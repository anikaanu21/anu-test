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16"/>
  </p:notesMasterIdLst>
  <p:sldIdLst>
    <p:sldId id="256" r:id="rId5"/>
    <p:sldId id="257" r:id="rId6"/>
    <p:sldId id="258" r:id="rId7"/>
    <p:sldId id="259" r:id="rId8"/>
    <p:sldId id="278" r:id="rId9"/>
    <p:sldId id="279" r:id="rId10"/>
    <p:sldId id="280" r:id="rId11"/>
    <p:sldId id="281" r:id="rId12"/>
    <p:sldId id="282" r:id="rId13"/>
    <p:sldId id="306" r:id="rId14"/>
    <p:sldId id="27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AA4"/>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84" autoAdjust="0"/>
    <p:restoredTop sz="92393" autoAdjust="0"/>
  </p:normalViewPr>
  <p:slideViewPr>
    <p:cSldViewPr snapToGrid="0">
      <p:cViewPr varScale="1">
        <p:scale>
          <a:sx n="44" d="100"/>
          <a:sy n="44" d="100"/>
        </p:scale>
        <p:origin x="121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Dr. Afroza Nahar" userId="9d1ccd36-b394-4689-9b8e-4086784d03ec" providerId="ADAL" clId="{4B5B34FA-15A9-456D-B93B-33AAC863A0E7}"/>
    <pc:docChg chg="undo custSel addSld delSld">
      <pc:chgData name="Prof. Dr. Afroza Nahar" userId="9d1ccd36-b394-4689-9b8e-4086784d03ec" providerId="ADAL" clId="{4B5B34FA-15A9-456D-B93B-33AAC863A0E7}" dt="2024-11-15T14:41:24.877" v="13" actId="47"/>
      <pc:docMkLst>
        <pc:docMk/>
      </pc:docMkLst>
      <pc:sldChg chg="add del">
        <pc:chgData name="Prof. Dr. Afroza Nahar" userId="9d1ccd36-b394-4689-9b8e-4086784d03ec" providerId="ADAL" clId="{4B5B34FA-15A9-456D-B93B-33AAC863A0E7}" dt="2024-11-15T14:41:24.877" v="13" actId="47"/>
        <pc:sldMkLst>
          <pc:docMk/>
          <pc:sldMk cId="1894328866" sldId="277"/>
        </pc:sldMkLst>
      </pc:sldChg>
      <pc:sldChg chg="del">
        <pc:chgData name="Prof. Dr. Afroza Nahar" userId="9d1ccd36-b394-4689-9b8e-4086784d03ec" providerId="ADAL" clId="{4B5B34FA-15A9-456D-B93B-33AAC863A0E7}" dt="2024-11-15T14:41:20.215" v="8" actId="47"/>
        <pc:sldMkLst>
          <pc:docMk/>
          <pc:sldMk cId="2716516699" sldId="288"/>
        </pc:sldMkLst>
      </pc:sldChg>
      <pc:sldChg chg="del">
        <pc:chgData name="Prof. Dr. Afroza Nahar" userId="9d1ccd36-b394-4689-9b8e-4086784d03ec" providerId="ADAL" clId="{4B5B34FA-15A9-456D-B93B-33AAC863A0E7}" dt="2024-11-15T14:41:20.540" v="9" actId="47"/>
        <pc:sldMkLst>
          <pc:docMk/>
          <pc:sldMk cId="869109254" sldId="289"/>
        </pc:sldMkLst>
      </pc:sldChg>
      <pc:sldChg chg="del">
        <pc:chgData name="Prof. Dr. Afroza Nahar" userId="9d1ccd36-b394-4689-9b8e-4086784d03ec" providerId="ADAL" clId="{4B5B34FA-15A9-456D-B93B-33AAC863A0E7}" dt="2024-11-15T14:41:21.893" v="11" actId="47"/>
        <pc:sldMkLst>
          <pc:docMk/>
          <pc:sldMk cId="3032525106" sldId="290"/>
        </pc:sldMkLst>
      </pc:sldChg>
      <pc:sldChg chg="del">
        <pc:chgData name="Prof. Dr. Afroza Nahar" userId="9d1ccd36-b394-4689-9b8e-4086784d03ec" providerId="ADAL" clId="{4B5B34FA-15A9-456D-B93B-33AAC863A0E7}" dt="2024-11-15T14:41:21.068" v="10" actId="47"/>
        <pc:sldMkLst>
          <pc:docMk/>
          <pc:sldMk cId="888096809" sldId="295"/>
        </pc:sldMkLst>
      </pc:sldChg>
      <pc:sldChg chg="del">
        <pc:chgData name="Prof. Dr. Afroza Nahar" userId="9d1ccd36-b394-4689-9b8e-4086784d03ec" providerId="ADAL" clId="{4B5B34FA-15A9-456D-B93B-33AAC863A0E7}" dt="2024-11-15T14:41:16.396" v="0" actId="47"/>
        <pc:sldMkLst>
          <pc:docMk/>
          <pc:sldMk cId="3364414880" sldId="298"/>
        </pc:sldMkLst>
      </pc:sldChg>
      <pc:sldChg chg="del">
        <pc:chgData name="Prof. Dr. Afroza Nahar" userId="9d1ccd36-b394-4689-9b8e-4086784d03ec" providerId="ADAL" clId="{4B5B34FA-15A9-456D-B93B-33AAC863A0E7}" dt="2024-11-15T14:41:16.798" v="1" actId="47"/>
        <pc:sldMkLst>
          <pc:docMk/>
          <pc:sldMk cId="1144021452" sldId="299"/>
        </pc:sldMkLst>
      </pc:sldChg>
      <pc:sldChg chg="del">
        <pc:chgData name="Prof. Dr. Afroza Nahar" userId="9d1ccd36-b394-4689-9b8e-4086784d03ec" providerId="ADAL" clId="{4B5B34FA-15A9-456D-B93B-33AAC863A0E7}" dt="2024-11-15T14:41:17.151" v="2" actId="47"/>
        <pc:sldMkLst>
          <pc:docMk/>
          <pc:sldMk cId="2626400693" sldId="300"/>
        </pc:sldMkLst>
      </pc:sldChg>
      <pc:sldChg chg="del">
        <pc:chgData name="Prof. Dr. Afroza Nahar" userId="9d1ccd36-b394-4689-9b8e-4086784d03ec" providerId="ADAL" clId="{4B5B34FA-15A9-456D-B93B-33AAC863A0E7}" dt="2024-11-15T14:41:17.502" v="3" actId="47"/>
        <pc:sldMkLst>
          <pc:docMk/>
          <pc:sldMk cId="1181088881" sldId="301"/>
        </pc:sldMkLst>
      </pc:sldChg>
      <pc:sldChg chg="del">
        <pc:chgData name="Prof. Dr. Afroza Nahar" userId="9d1ccd36-b394-4689-9b8e-4086784d03ec" providerId="ADAL" clId="{4B5B34FA-15A9-456D-B93B-33AAC863A0E7}" dt="2024-11-15T14:41:17.829" v="4" actId="47"/>
        <pc:sldMkLst>
          <pc:docMk/>
          <pc:sldMk cId="54614382" sldId="302"/>
        </pc:sldMkLst>
      </pc:sldChg>
      <pc:sldChg chg="del">
        <pc:chgData name="Prof. Dr. Afroza Nahar" userId="9d1ccd36-b394-4689-9b8e-4086784d03ec" providerId="ADAL" clId="{4B5B34FA-15A9-456D-B93B-33AAC863A0E7}" dt="2024-11-15T14:41:18.204" v="5" actId="47"/>
        <pc:sldMkLst>
          <pc:docMk/>
          <pc:sldMk cId="1723455320" sldId="303"/>
        </pc:sldMkLst>
      </pc:sldChg>
      <pc:sldChg chg="del">
        <pc:chgData name="Prof. Dr. Afroza Nahar" userId="9d1ccd36-b394-4689-9b8e-4086784d03ec" providerId="ADAL" clId="{4B5B34FA-15A9-456D-B93B-33AAC863A0E7}" dt="2024-11-15T14:41:19.119" v="6" actId="47"/>
        <pc:sldMkLst>
          <pc:docMk/>
          <pc:sldMk cId="839300761" sldId="304"/>
        </pc:sldMkLst>
      </pc:sldChg>
      <pc:sldChg chg="del">
        <pc:chgData name="Prof. Dr. Afroza Nahar" userId="9d1ccd36-b394-4689-9b8e-4086784d03ec" providerId="ADAL" clId="{4B5B34FA-15A9-456D-B93B-33AAC863A0E7}" dt="2024-11-15T14:41:19.430" v="7" actId="47"/>
        <pc:sldMkLst>
          <pc:docMk/>
          <pc:sldMk cId="73736913" sldId="305"/>
        </pc:sldMkLst>
      </pc:sldChg>
      <pc:sldMasterChg chg="delSldLayout">
        <pc:chgData name="Prof. Dr. Afroza Nahar" userId="9d1ccd36-b394-4689-9b8e-4086784d03ec" providerId="ADAL" clId="{4B5B34FA-15A9-456D-B93B-33AAC863A0E7}" dt="2024-11-15T14:41:19.430" v="7" actId="47"/>
        <pc:sldMasterMkLst>
          <pc:docMk/>
          <pc:sldMasterMk cId="2781592793" sldId="2147483736"/>
        </pc:sldMasterMkLst>
        <pc:sldLayoutChg chg="del">
          <pc:chgData name="Prof. Dr. Afroza Nahar" userId="9d1ccd36-b394-4689-9b8e-4086784d03ec" providerId="ADAL" clId="{4B5B34FA-15A9-456D-B93B-33AAC863A0E7}" dt="2024-11-15T14:41:19.430" v="7" actId="47"/>
          <pc:sldLayoutMkLst>
            <pc:docMk/>
            <pc:sldMasterMk cId="2781592793" sldId="2147483736"/>
            <pc:sldLayoutMk cId="3218334044" sldId="21474837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3/19/2025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132132527"/>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21018725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681879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0137510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85377911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1610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18165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957945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82726613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792143908"/>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75231355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53863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97293674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164651017"/>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0328215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319349699"/>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68448755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410388355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262437786"/>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282931442"/>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31247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7923435"/>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257165"/>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0906387"/>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8550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1325907571"/>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42292407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9703131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348968516"/>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146553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77312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5877653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7234409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1867030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87E70A0A-B077-4CD9-860A-1FD625376C46}"/>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4AA16B51-8251-4EBB-925B-02DDBDC14B23}"/>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D515DD22-667E-4E12-9460-AAD1419529F5}"/>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733F6AFA-A99D-4646-8E90-00239B4775F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8635249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61477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9715248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4732025"/>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78159279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9" r:id="rId32"/>
    <p:sldLayoutId id="2147483770" r:id="rId33"/>
    <p:sldLayoutId id="2147483771" r:id="rId34"/>
    <p:sldLayoutId id="2147483772" r:id="rId35"/>
    <p:sldLayoutId id="2147483773" r:id="rId36"/>
    <p:sldLayoutId id="2147483697" r:id="rId37"/>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hyperlink" Target="RE-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Regular Expressions (RE)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7</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4</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pPr algn="ctr"/>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Prof. Dr. Afroza Nahar</a:t>
            </a:r>
          </a:p>
          <a:p>
            <a:r>
              <a:rPr lang="en-US"/>
              <a:t>Department </a:t>
            </a:r>
            <a:r>
              <a:rPr lang="en-US" dirty="0"/>
              <a:t>of Computer Science</a:t>
            </a:r>
          </a:p>
          <a:p>
            <a:r>
              <a:rPr lang="en-US" dirty="0"/>
              <a:t>Faculty of Science &amp; Technology.</a:t>
            </a:r>
          </a:p>
          <a:p>
            <a:r>
              <a:rPr lang="en-US" dirty="0">
                <a:solidFill>
                  <a:srgbClr val="FF0000"/>
                </a:solidFill>
              </a:rPr>
              <a:t>afroza@aiub.edu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spcBef>
                <a:spcPts val="0"/>
              </a:spcBef>
              <a:spcAft>
                <a:spcPts val="2400"/>
              </a:spcAft>
              <a:buClrTx/>
              <a:defRPr/>
            </a:pPr>
            <a:r>
              <a:rPr lang="en-US" sz="2600" dirty="0"/>
              <a:t>Formal Definition of Regular Expression (RE)</a:t>
            </a:r>
          </a:p>
          <a:p>
            <a:pPr>
              <a:spcBef>
                <a:spcPts val="0"/>
              </a:spcBef>
              <a:spcAft>
                <a:spcPts val="2400"/>
              </a:spcAft>
              <a:buClrTx/>
              <a:defRPr/>
            </a:pPr>
            <a:r>
              <a:rPr lang="en-US" sz="2600" dirty="0">
                <a:solidFill>
                  <a:schemeClr val="bg2">
                    <a:lumMod val="50000"/>
                  </a:schemeClr>
                </a:solidFill>
              </a:rPr>
              <a:t>Equivalence with Finite Automaton</a:t>
            </a:r>
          </a:p>
          <a:p>
            <a:pPr>
              <a:spcBef>
                <a:spcPts val="0"/>
              </a:spcBef>
              <a:spcAft>
                <a:spcPts val="2400"/>
              </a:spcAft>
              <a:buClrTx/>
              <a:defRPr/>
            </a:pPr>
            <a:r>
              <a:rPr lang="en-US" sz="2600" dirty="0"/>
              <a:t>Conversion from NFA to RE</a:t>
            </a:r>
          </a:p>
          <a:p>
            <a:pPr>
              <a:spcBef>
                <a:spcPts val="0"/>
              </a:spcBef>
              <a:spcAft>
                <a:spcPts val="2400"/>
              </a:spcAft>
              <a:buClrTx/>
              <a:defRPr/>
            </a:pPr>
            <a:r>
              <a:rPr lang="en-US" sz="2600" dirty="0">
                <a:solidFill>
                  <a:schemeClr val="bg2">
                    <a:lumMod val="50000"/>
                  </a:schemeClr>
                </a:solidFill>
              </a:rPr>
              <a:t>Conversion from DFA to RE.</a:t>
            </a:r>
          </a:p>
          <a:p>
            <a:pPr>
              <a:spcBef>
                <a:spcPts val="0"/>
              </a:spcBef>
              <a:spcAft>
                <a:spcPts val="2400"/>
              </a:spcAft>
              <a:buClrTx/>
              <a:defRPr/>
            </a:pPr>
            <a:r>
              <a:rPr lang="en-US" sz="2600" dirty="0"/>
              <a:t>Closure under regular operations.</a:t>
            </a:r>
          </a:p>
          <a:p>
            <a:pPr>
              <a:spcBef>
                <a:spcPts val="0"/>
              </a:spcBef>
              <a:spcAft>
                <a:spcPts val="2400"/>
              </a:spcAft>
              <a:defRPr/>
            </a:pPr>
            <a:endParaRPr lang="en-US" sz="2600" dirty="0"/>
          </a:p>
          <a:p>
            <a:pPr marL="257175" lvl="1" indent="0">
              <a:spcBef>
                <a:spcPts val="0"/>
              </a:spcBef>
              <a:spcAft>
                <a:spcPts val="2400"/>
              </a:spcAft>
              <a:buNone/>
            </a:pPr>
            <a:endParaRPr lang="en-US" sz="2600" dirty="0">
              <a:solidFill>
                <a:schemeClr val="tx1">
                  <a:lumMod val="95000"/>
                  <a:lumOff val="5000"/>
                </a:schemeClr>
              </a:solidFill>
            </a:endParaRPr>
          </a:p>
          <a:p>
            <a:pPr lvl="1">
              <a:spcBef>
                <a:spcPts val="0"/>
              </a:spcBef>
              <a:spcAft>
                <a:spcPts val="2400"/>
              </a:spcAft>
            </a:pPr>
            <a:endParaRPr lang="en-US" sz="2600" dirty="0">
              <a:solidFill>
                <a:schemeClr val="tx1">
                  <a:lumMod val="95000"/>
                  <a:lumOff val="5000"/>
                </a:schemeClr>
              </a:solidFill>
            </a:endParaRPr>
          </a:p>
          <a:p>
            <a:pPr>
              <a:spcBef>
                <a:spcPts val="0"/>
              </a:spcBef>
              <a:spcAft>
                <a:spcPts val="2400"/>
              </a:spcAft>
            </a:pPr>
            <a:endParaRPr lang="en-US" sz="2600" dirty="0">
              <a:solidFill>
                <a:schemeClr val="tx1">
                  <a:lumMod val="95000"/>
                  <a:lumOff val="5000"/>
                </a:schemeClr>
              </a:solidFill>
            </a:endParaRPr>
          </a:p>
          <a:p>
            <a:pPr>
              <a:spcBef>
                <a:spcPts val="0"/>
              </a:spcBef>
              <a:spcAft>
                <a:spcPts val="2400"/>
              </a:spcAft>
            </a:pPr>
            <a:endParaRPr lang="en-US" sz="2600" dirty="0">
              <a:solidFill>
                <a:schemeClr val="tx1">
                  <a:lumMod val="95000"/>
                  <a:lumOff val="5000"/>
                </a:schemeClr>
              </a:solidFill>
            </a:endParaRPr>
          </a:p>
          <a:p>
            <a:pPr>
              <a:spcBef>
                <a:spcPts val="0"/>
              </a:spcBef>
              <a:spcAft>
                <a:spcPts val="2400"/>
              </a:spcAft>
            </a:pPr>
            <a:endParaRPr lang="en-US" sz="2600" dirty="0"/>
          </a:p>
          <a:p>
            <a:pPr>
              <a:spcBef>
                <a:spcPts val="0"/>
              </a:spcBef>
              <a:spcAft>
                <a:spcPts val="2400"/>
              </a:spcAft>
            </a:pPr>
            <a:endParaRPr lang="en-US" sz="2600"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spcBef>
                <a:spcPts val="0"/>
              </a:spcBef>
              <a:spcAft>
                <a:spcPts val="2400"/>
              </a:spcAft>
              <a:buClrTx/>
              <a:defRPr/>
            </a:pPr>
            <a:r>
              <a:rPr lang="en-US" dirty="0"/>
              <a:t>Mathematical model of Regular Expression (RE)</a:t>
            </a:r>
          </a:p>
          <a:p>
            <a:pPr>
              <a:spcBef>
                <a:spcPts val="0"/>
              </a:spcBef>
              <a:spcAft>
                <a:spcPts val="2400"/>
              </a:spcAft>
              <a:buClrTx/>
              <a:defRPr/>
            </a:pPr>
            <a:r>
              <a:rPr lang="en-US" dirty="0">
                <a:solidFill>
                  <a:schemeClr val="bg2">
                    <a:lumMod val="50000"/>
                  </a:schemeClr>
                </a:solidFill>
              </a:rPr>
              <a:t>Understand the uniformity of RE and FA.</a:t>
            </a:r>
          </a:p>
          <a:p>
            <a:pPr>
              <a:spcBef>
                <a:spcPts val="0"/>
              </a:spcBef>
              <a:spcAft>
                <a:spcPts val="2400"/>
              </a:spcAft>
              <a:buClrTx/>
              <a:defRPr/>
            </a:pPr>
            <a:r>
              <a:rPr lang="en-US" dirty="0"/>
              <a:t>Conversion Techniques from NFA to RE.</a:t>
            </a:r>
          </a:p>
          <a:p>
            <a:pPr>
              <a:spcBef>
                <a:spcPts val="0"/>
              </a:spcBef>
              <a:spcAft>
                <a:spcPts val="2400"/>
              </a:spcAft>
              <a:buClrTx/>
              <a:defRPr/>
            </a:pPr>
            <a:r>
              <a:rPr lang="en-US" dirty="0">
                <a:solidFill>
                  <a:schemeClr val="bg2">
                    <a:lumMod val="50000"/>
                  </a:schemeClr>
                </a:solidFill>
              </a:rPr>
              <a:t>The strength of RE.</a:t>
            </a:r>
          </a:p>
          <a:p>
            <a:pPr>
              <a:spcBef>
                <a:spcPts val="0"/>
              </a:spcBef>
              <a:spcAft>
                <a:spcPts val="2400"/>
              </a:spcAft>
              <a:buClrTx/>
              <a:defRPr/>
            </a:pPr>
            <a:r>
              <a:rPr lang="en-US" dirty="0"/>
              <a:t>Techniques to convert DFA to RE</a:t>
            </a:r>
          </a:p>
          <a:p>
            <a:pPr>
              <a:spcBef>
                <a:spcPts val="0"/>
              </a:spcBef>
              <a:spcAft>
                <a:spcPts val="2400"/>
              </a:spcAft>
              <a:buClrTx/>
              <a:defRPr/>
            </a:pPr>
            <a:r>
              <a:rPr lang="en-US" dirty="0">
                <a:solidFill>
                  <a:schemeClr val="bg2">
                    <a:lumMod val="50000"/>
                  </a:schemeClr>
                </a:solidFill>
              </a:rPr>
              <a:t>Closure under different regular operations.</a:t>
            </a:r>
          </a:p>
          <a:p>
            <a:pPr>
              <a:spcBef>
                <a:spcPts val="0"/>
              </a:spcBef>
              <a:spcAft>
                <a:spcPts val="2400"/>
              </a:spcAft>
              <a:buClrTx/>
              <a:defRPr/>
            </a:pPr>
            <a:endParaRPr lang="en-US" dirty="0"/>
          </a:p>
          <a:p>
            <a:pPr lvl="1">
              <a:spcBef>
                <a:spcPts val="0"/>
              </a:spcBef>
              <a:spcAft>
                <a:spcPts val="2400"/>
              </a:spcAft>
              <a:buClrTx/>
            </a:pPr>
            <a:endParaRPr lang="en-US" dirty="0"/>
          </a:p>
          <a:p>
            <a:pPr lvl="1">
              <a:spcBef>
                <a:spcPts val="0"/>
              </a:spcBef>
              <a:spcAft>
                <a:spcPts val="2400"/>
              </a:spcAft>
              <a:buClrTx/>
            </a:pPr>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spcBef>
                <a:spcPts val="0"/>
              </a:spcBef>
              <a:spcAft>
                <a:spcPts val="2400"/>
              </a:spcAft>
              <a:buClrTx/>
              <a:defRPr/>
            </a:pPr>
            <a:r>
              <a:rPr lang="en-US" dirty="0"/>
              <a:t>Understand the mathematical interpretation of Regular Expression (RE)</a:t>
            </a:r>
          </a:p>
          <a:p>
            <a:pPr>
              <a:spcBef>
                <a:spcPts val="0"/>
              </a:spcBef>
              <a:spcAft>
                <a:spcPts val="2400"/>
              </a:spcAft>
              <a:buClrTx/>
              <a:defRPr/>
            </a:pPr>
            <a:r>
              <a:rPr lang="en-US" dirty="0">
                <a:solidFill>
                  <a:schemeClr val="bg2">
                    <a:lumMod val="50000"/>
                  </a:schemeClr>
                </a:solidFill>
              </a:rPr>
              <a:t>Learn the rules for equivalence of RE with Finite Automaton</a:t>
            </a:r>
          </a:p>
          <a:p>
            <a:pPr>
              <a:spcBef>
                <a:spcPts val="0"/>
              </a:spcBef>
              <a:spcAft>
                <a:spcPts val="2400"/>
              </a:spcAft>
              <a:buClrTx/>
              <a:defRPr/>
            </a:pPr>
            <a:r>
              <a:rPr lang="en-US" dirty="0"/>
              <a:t>Apply the conversion rules from RE to NFA</a:t>
            </a:r>
          </a:p>
          <a:p>
            <a:pPr algn="just">
              <a:spcBef>
                <a:spcPts val="0"/>
              </a:spcBef>
              <a:spcAft>
                <a:spcPts val="2400"/>
              </a:spcAft>
              <a:buClrTx/>
              <a:defRPr/>
            </a:pPr>
            <a:r>
              <a:rPr lang="en-US" dirty="0">
                <a:solidFill>
                  <a:srgbClr val="0C4AA4"/>
                </a:solidFill>
              </a:rPr>
              <a:t>Apply the techniques to convert DFA to RE</a:t>
            </a:r>
          </a:p>
          <a:p>
            <a:pPr algn="just">
              <a:spcBef>
                <a:spcPts val="0"/>
              </a:spcBef>
              <a:spcAft>
                <a:spcPts val="2400"/>
              </a:spcAft>
              <a:buClrTx/>
              <a:defRPr/>
            </a:pPr>
            <a:r>
              <a:rPr lang="en-US" dirty="0"/>
              <a:t>Identify the closure under different regular operations.</a:t>
            </a:r>
          </a:p>
          <a:p>
            <a:pPr>
              <a:spcBef>
                <a:spcPts val="0"/>
              </a:spcBef>
              <a:spcAft>
                <a:spcPts val="2400"/>
              </a:spcAft>
              <a:buClrTx/>
              <a:defRPr/>
            </a:pP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48447-8A68-4D24-B8C8-42C6A473BDF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D62113F-9D2C-4932-84F8-3B422442A53C}"/>
              </a:ext>
            </a:extLst>
          </p:cNvPr>
          <p:cNvSpPr>
            <a:spLocks noGrp="1"/>
          </p:cNvSpPr>
          <p:nvPr>
            <p:ph type="body" sz="quarter" idx="12"/>
          </p:nvPr>
        </p:nvSpPr>
        <p:spPr/>
        <p:txBody>
          <a:bodyPr/>
          <a:lstStyle/>
          <a:p>
            <a:r>
              <a:rPr lang="en-US" dirty="0"/>
              <a:t>Regular Expression</a:t>
            </a:r>
          </a:p>
        </p:txBody>
      </p:sp>
      <p:sp>
        <p:nvSpPr>
          <p:cNvPr id="4" name="Text Placeholder 3">
            <a:extLst>
              <a:ext uri="{FF2B5EF4-FFF2-40B4-BE49-F238E27FC236}">
                <a16:creationId xmlns:a16="http://schemas.microsoft.com/office/drawing/2014/main" id="{A0D4EBA3-AD01-4C2A-9319-8AEEBFC84A25}"/>
              </a:ext>
            </a:extLst>
          </p:cNvPr>
          <p:cNvSpPr>
            <a:spLocks noGrp="1"/>
          </p:cNvSpPr>
          <p:nvPr>
            <p:ph type="body" sz="quarter" idx="13"/>
          </p:nvPr>
        </p:nvSpPr>
        <p:spPr/>
        <p:txBody>
          <a:bodyPr>
            <a:normAutofit lnSpcReduction="10000"/>
          </a:bodyPr>
          <a:lstStyle/>
          <a:p>
            <a:pPr>
              <a:spcBef>
                <a:spcPts val="0"/>
              </a:spcBef>
              <a:spcAft>
                <a:spcPts val="1800"/>
              </a:spcAft>
              <a:buClrTx/>
            </a:pPr>
            <a:r>
              <a:rPr lang="en-US" altLang="en-US" sz="2800" dirty="0"/>
              <a:t>Regular expression is used to describe languages.</a:t>
            </a:r>
          </a:p>
          <a:p>
            <a:pPr algn="just">
              <a:spcBef>
                <a:spcPts val="0"/>
              </a:spcBef>
              <a:spcAft>
                <a:spcPts val="1800"/>
              </a:spcAft>
              <a:buClrTx/>
            </a:pPr>
            <a:r>
              <a:rPr lang="en-US" altLang="en-US" sz="2800" dirty="0">
                <a:solidFill>
                  <a:schemeClr val="bg2">
                    <a:lumMod val="50000"/>
                  </a:schemeClr>
                </a:solidFill>
              </a:rPr>
              <a:t>Regular expression is specific, standard textual syntax (combined with alphabets and regular operators) for representing patterns for matching strings.</a:t>
            </a:r>
          </a:p>
          <a:p>
            <a:pPr algn="just">
              <a:spcBef>
                <a:spcPts val="0"/>
              </a:spcBef>
              <a:spcAft>
                <a:spcPts val="1800"/>
              </a:spcAft>
              <a:buClrTx/>
            </a:pPr>
            <a:r>
              <a:rPr lang="en-US" altLang="en-US" sz="2800" dirty="0"/>
              <a:t>Regular expression can be built up using regular operations.</a:t>
            </a:r>
          </a:p>
          <a:p>
            <a:pPr>
              <a:spcBef>
                <a:spcPts val="0"/>
              </a:spcBef>
              <a:spcAft>
                <a:spcPts val="1800"/>
              </a:spcAft>
              <a:buClrTx/>
            </a:pPr>
            <a:r>
              <a:rPr lang="en-US" altLang="en-US" sz="2800" dirty="0"/>
              <a:t>Precedence order: * </a:t>
            </a:r>
            <a:r>
              <a:rPr lang="en-US" altLang="en-US" sz="2800" dirty="0">
                <a:sym typeface="Symbol" panose="05050102010706020507" pitchFamily="18" charset="2"/>
              </a:rPr>
              <a:t> </a:t>
            </a:r>
            <a:endParaRPr lang="en-US" altLang="en-US" sz="2800" dirty="0"/>
          </a:p>
          <a:p>
            <a:pPr>
              <a:spcBef>
                <a:spcPts val="0"/>
              </a:spcBef>
              <a:spcAft>
                <a:spcPts val="1800"/>
              </a:spcAft>
              <a:buClrTx/>
            </a:pPr>
            <a:r>
              <a:rPr lang="en-US" altLang="en-US" sz="2800" b="1" dirty="0">
                <a:solidFill>
                  <a:schemeClr val="bg2">
                    <a:lumMod val="50000"/>
                  </a:schemeClr>
                </a:solidFill>
              </a:rPr>
              <a:t>Example:</a:t>
            </a:r>
          </a:p>
          <a:p>
            <a:pPr lvl="1">
              <a:spcBef>
                <a:spcPts val="0"/>
              </a:spcBef>
              <a:spcAft>
                <a:spcPts val="1800"/>
              </a:spcAft>
              <a:buClrTx/>
            </a:pPr>
            <a:r>
              <a:rPr lang="en-US" altLang="en-US" sz="2000" b="1" dirty="0"/>
              <a:t>(0</a:t>
            </a:r>
            <a:r>
              <a:rPr lang="en-US" altLang="en-US" sz="2000" b="1" dirty="0">
                <a:sym typeface="Symbol" panose="05050102010706020507" pitchFamily="18" charset="2"/>
              </a:rPr>
              <a:t>1</a:t>
            </a:r>
            <a:r>
              <a:rPr lang="en-US" altLang="en-US" sz="2000" b="1" dirty="0"/>
              <a:t>)0* = ({0}</a:t>
            </a:r>
            <a:r>
              <a:rPr lang="en-US" altLang="en-US" sz="2000" b="1" dirty="0">
                <a:sym typeface="Symbol" panose="05050102010706020507" pitchFamily="18" charset="2"/>
              </a:rPr>
              <a:t>{1}</a:t>
            </a:r>
            <a:r>
              <a:rPr lang="en-US" altLang="en-US" sz="2000" b="1" dirty="0"/>
              <a:t>)</a:t>
            </a:r>
            <a:r>
              <a:rPr lang="en-US" altLang="en-US" sz="2000" b="1" dirty="0">
                <a:sym typeface="Symbol" panose="05050102010706020507" pitchFamily="18" charset="2"/>
              </a:rPr>
              <a:t>{0}* = {0,1}{0}*</a:t>
            </a:r>
            <a:br>
              <a:rPr lang="en-US" altLang="en-US" sz="2000" b="1" dirty="0">
                <a:sym typeface="Symbol" panose="05050102010706020507" pitchFamily="18" charset="2"/>
              </a:rPr>
            </a:br>
            <a:r>
              <a:rPr lang="en-US" altLang="en-US" sz="2000" b="1" i="1" dirty="0">
                <a:sym typeface="Symbol" panose="05050102010706020507" pitchFamily="18" charset="2"/>
              </a:rPr>
              <a:t>A</a:t>
            </a:r>
            <a:r>
              <a:rPr lang="en-US" altLang="en-US" sz="2000" b="1" dirty="0">
                <a:sym typeface="Symbol" panose="05050102010706020507" pitchFamily="18" charset="2"/>
              </a:rPr>
              <a:t> = {</a:t>
            </a:r>
            <a:r>
              <a:rPr lang="en-US" altLang="en-US" sz="2000" b="1" i="1" dirty="0">
                <a:sym typeface="Symbol" panose="05050102010706020507" pitchFamily="18" charset="2"/>
              </a:rPr>
              <a:t>w</a:t>
            </a:r>
            <a:r>
              <a:rPr lang="en-US" altLang="en-US" sz="2000" b="1" dirty="0">
                <a:sym typeface="Symbol" panose="05050102010706020507" pitchFamily="18" charset="2"/>
              </a:rPr>
              <a:t>  string </a:t>
            </a:r>
            <a:r>
              <a:rPr lang="en-US" altLang="en-US" sz="2000" b="1" i="1" dirty="0">
                <a:sym typeface="Symbol" panose="05050102010706020507" pitchFamily="18" charset="2"/>
              </a:rPr>
              <a:t>w</a:t>
            </a:r>
            <a:r>
              <a:rPr lang="en-US" altLang="en-US" sz="2000" b="1" dirty="0">
                <a:sym typeface="Symbol" panose="05050102010706020507" pitchFamily="18" charset="2"/>
              </a:rPr>
              <a:t> starts with a 0 or a 1 followed by zero or more 0’s}</a:t>
            </a:r>
          </a:p>
          <a:p>
            <a:pPr lvl="1">
              <a:spcBef>
                <a:spcPts val="0"/>
              </a:spcBef>
              <a:spcAft>
                <a:spcPts val="1800"/>
              </a:spcAft>
              <a:buClrTx/>
            </a:pPr>
            <a:r>
              <a:rPr lang="en-US" altLang="en-US" sz="2000" b="1" dirty="0">
                <a:solidFill>
                  <a:schemeClr val="bg2">
                    <a:lumMod val="50000"/>
                  </a:schemeClr>
                </a:solidFill>
              </a:rPr>
              <a:t>(0</a:t>
            </a:r>
            <a:r>
              <a:rPr lang="en-US" altLang="en-US" sz="2000" b="1" dirty="0">
                <a:solidFill>
                  <a:schemeClr val="bg2">
                    <a:lumMod val="50000"/>
                  </a:schemeClr>
                </a:solidFill>
                <a:sym typeface="Symbol" panose="05050102010706020507" pitchFamily="18" charset="2"/>
              </a:rPr>
              <a:t>1</a:t>
            </a:r>
            <a:r>
              <a:rPr lang="en-US" altLang="en-US" sz="2000" b="1" dirty="0">
                <a:solidFill>
                  <a:schemeClr val="bg2">
                    <a:lumMod val="50000"/>
                  </a:schemeClr>
                </a:solidFill>
              </a:rPr>
              <a:t>)* = ({0}</a:t>
            </a:r>
            <a:r>
              <a:rPr lang="en-US" altLang="en-US" sz="2000" b="1" dirty="0">
                <a:solidFill>
                  <a:schemeClr val="bg2">
                    <a:lumMod val="50000"/>
                  </a:schemeClr>
                </a:solidFill>
                <a:sym typeface="Symbol" panose="05050102010706020507" pitchFamily="18" charset="2"/>
              </a:rPr>
              <a:t>{1}</a:t>
            </a:r>
            <a:r>
              <a:rPr lang="en-US" altLang="en-US" sz="2000" b="1" dirty="0">
                <a:solidFill>
                  <a:schemeClr val="bg2">
                    <a:lumMod val="50000"/>
                  </a:schemeClr>
                </a:solidFill>
              </a:rPr>
              <a:t>)</a:t>
            </a:r>
            <a:r>
              <a:rPr lang="en-US" altLang="en-US" sz="2000" b="1" dirty="0">
                <a:solidFill>
                  <a:schemeClr val="bg2">
                    <a:lumMod val="50000"/>
                  </a:schemeClr>
                </a:solidFill>
                <a:sym typeface="Symbol" panose="05050102010706020507" pitchFamily="18" charset="2"/>
              </a:rPr>
              <a:t>* = {0,1}*</a:t>
            </a:r>
            <a:br>
              <a:rPr lang="en-US" altLang="en-US" sz="2000" b="1" dirty="0">
                <a:solidFill>
                  <a:schemeClr val="bg2">
                    <a:lumMod val="50000"/>
                  </a:schemeClr>
                </a:solidFill>
                <a:sym typeface="Symbol" panose="05050102010706020507" pitchFamily="18" charset="2"/>
              </a:rPr>
            </a:br>
            <a:r>
              <a:rPr lang="en-US" altLang="en-US" sz="2000" b="1" i="1" dirty="0">
                <a:solidFill>
                  <a:schemeClr val="bg2">
                    <a:lumMod val="50000"/>
                  </a:schemeClr>
                </a:solidFill>
                <a:sym typeface="Symbol" panose="05050102010706020507" pitchFamily="18" charset="2"/>
              </a:rPr>
              <a:t>A</a:t>
            </a:r>
            <a:r>
              <a:rPr lang="en-US" altLang="en-US" sz="2000" b="1" dirty="0">
                <a:solidFill>
                  <a:schemeClr val="bg2">
                    <a:lumMod val="50000"/>
                  </a:schemeClr>
                </a:solidFill>
                <a:sym typeface="Symbol" panose="05050102010706020507" pitchFamily="18" charset="2"/>
              </a:rPr>
              <a:t> = {all possible string with 0s and/or 1s}.</a:t>
            </a:r>
          </a:p>
        </p:txBody>
      </p:sp>
    </p:spTree>
    <p:extLst>
      <p:ext uri="{BB962C8B-B14F-4D97-AF65-F5344CB8AC3E}">
        <p14:creationId xmlns:p14="http://schemas.microsoft.com/office/powerpoint/2010/main" val="827076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CEF74B-F511-447D-8FF9-A41D8E5F649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63345E2-4E13-4460-A24F-DB8C724CA4F4}"/>
              </a:ext>
            </a:extLst>
          </p:cNvPr>
          <p:cNvSpPr>
            <a:spLocks noGrp="1"/>
          </p:cNvSpPr>
          <p:nvPr>
            <p:ph type="body" sz="quarter" idx="12"/>
          </p:nvPr>
        </p:nvSpPr>
        <p:spPr/>
        <p:txBody>
          <a:bodyPr/>
          <a:lstStyle/>
          <a:p>
            <a:r>
              <a:rPr lang="en-US" sz="3200" dirty="0"/>
              <a:t>Formal Definition of Regular Expression</a:t>
            </a:r>
          </a:p>
        </p:txBody>
      </p:sp>
      <p:sp>
        <p:nvSpPr>
          <p:cNvPr id="4" name="Text Placeholder 3">
            <a:extLst>
              <a:ext uri="{FF2B5EF4-FFF2-40B4-BE49-F238E27FC236}">
                <a16:creationId xmlns:a16="http://schemas.microsoft.com/office/drawing/2014/main" id="{94346A2C-A4BD-4164-869B-2D1768D5C2EE}"/>
              </a:ext>
            </a:extLst>
          </p:cNvPr>
          <p:cNvSpPr>
            <a:spLocks noGrp="1"/>
          </p:cNvSpPr>
          <p:nvPr>
            <p:ph type="body" sz="quarter" idx="13"/>
          </p:nvPr>
        </p:nvSpPr>
        <p:spPr/>
        <p:txBody>
          <a:bodyPr>
            <a:normAutofit fontScale="92500" lnSpcReduction="10000"/>
          </a:bodyPr>
          <a:lstStyle/>
          <a:p>
            <a:pPr>
              <a:spcBef>
                <a:spcPts val="0"/>
              </a:spcBef>
              <a:spcAft>
                <a:spcPts val="1800"/>
              </a:spcAft>
              <a:buClrTx/>
            </a:pPr>
            <a:r>
              <a:rPr lang="en-US" altLang="en-US" sz="2800" b="1" i="1" dirty="0"/>
              <a:t>R</a:t>
            </a:r>
            <a:r>
              <a:rPr lang="en-US" altLang="en-US" sz="2800" dirty="0"/>
              <a:t> is a regular expression if </a:t>
            </a:r>
            <a:r>
              <a:rPr lang="en-US" altLang="en-US" sz="2800" b="1" i="1" dirty="0"/>
              <a:t>R</a:t>
            </a:r>
            <a:r>
              <a:rPr lang="en-US" altLang="en-US" sz="2800" dirty="0"/>
              <a:t> is – </a:t>
            </a:r>
          </a:p>
          <a:p>
            <a:pPr lvl="1">
              <a:spcBef>
                <a:spcPts val="0"/>
              </a:spcBef>
              <a:spcAft>
                <a:spcPts val="1800"/>
              </a:spcAft>
              <a:buFont typeface="Wingdings" panose="05000000000000000000" pitchFamily="2" charset="2"/>
              <a:buChar char="Ø"/>
            </a:pPr>
            <a:r>
              <a:rPr lang="en-US" altLang="en-US" i="1" dirty="0"/>
              <a:t>a</a:t>
            </a:r>
            <a:r>
              <a:rPr lang="en-US" altLang="en-US" dirty="0"/>
              <a:t> for some </a:t>
            </a:r>
            <a:r>
              <a:rPr lang="en-US" altLang="en-US" i="1" dirty="0"/>
              <a:t>a</a:t>
            </a:r>
            <a:r>
              <a:rPr lang="en-US" altLang="en-US" dirty="0"/>
              <a:t> </a:t>
            </a:r>
            <a:r>
              <a:rPr lang="en-US" altLang="en-US" dirty="0">
                <a:sym typeface="Symbol" panose="05050102010706020507" pitchFamily="18" charset="2"/>
              </a:rPr>
              <a:t></a:t>
            </a:r>
            <a:r>
              <a:rPr lang="en-US" altLang="en-US" dirty="0"/>
              <a:t> </a:t>
            </a:r>
            <a:r>
              <a:rPr lang="en-US" altLang="en-US" dirty="0">
                <a:sym typeface="Symbol" panose="05050102010706020507" pitchFamily="18" charset="2"/>
              </a:rPr>
              <a:t></a:t>
            </a:r>
            <a:r>
              <a:rPr lang="en-US" altLang="en-US" dirty="0"/>
              <a:t>, represents the language {</a:t>
            </a:r>
            <a:r>
              <a:rPr lang="en-US" altLang="en-US" i="1" dirty="0"/>
              <a:t>a</a:t>
            </a:r>
            <a:r>
              <a:rPr lang="en-US" altLang="en-US" dirty="0"/>
              <a:t>}.</a:t>
            </a:r>
          </a:p>
          <a:p>
            <a:pPr lvl="1">
              <a:spcBef>
                <a:spcPts val="0"/>
              </a:spcBef>
              <a:spcAft>
                <a:spcPts val="1800"/>
              </a:spcAft>
              <a:buFont typeface="Wingdings" panose="05000000000000000000" pitchFamily="2" charset="2"/>
              <a:buChar char="Ø"/>
            </a:pPr>
            <a:r>
              <a:rPr lang="en-US" altLang="en-US" i="1" dirty="0">
                <a:sym typeface="Symbol" panose="05050102010706020507" pitchFamily="18" charset="2"/>
              </a:rPr>
              <a:t></a:t>
            </a:r>
            <a:r>
              <a:rPr lang="en-US" altLang="en-US" dirty="0">
                <a:sym typeface="Symbol" panose="05050102010706020507" pitchFamily="18" charset="2"/>
              </a:rPr>
              <a:t>, </a:t>
            </a:r>
            <a:r>
              <a:rPr lang="en-US" altLang="en-US" dirty="0"/>
              <a:t>represents the language {</a:t>
            </a:r>
            <a:r>
              <a:rPr lang="en-US" altLang="en-US" i="1" dirty="0">
                <a:sym typeface="Symbol" panose="05050102010706020507" pitchFamily="18" charset="2"/>
              </a:rPr>
              <a:t></a:t>
            </a:r>
            <a:r>
              <a:rPr lang="en-US" altLang="en-US" dirty="0"/>
              <a:t>} </a:t>
            </a:r>
            <a:r>
              <a:rPr lang="en-US" altLang="en-US" dirty="0">
                <a:sym typeface="Symbol" panose="05050102010706020507" pitchFamily="18" charset="2"/>
              </a:rPr>
              <a:t>containing a single string, namely, the empty string.</a:t>
            </a:r>
          </a:p>
          <a:p>
            <a:pPr lvl="1">
              <a:spcBef>
                <a:spcPts val="0"/>
              </a:spcBef>
              <a:spcAft>
                <a:spcPts val="1800"/>
              </a:spcAft>
              <a:buFont typeface="Wingdings" panose="05000000000000000000" pitchFamily="2" charset="2"/>
              <a:buChar char="Ø"/>
            </a:pPr>
            <a:r>
              <a:rPr lang="en-US" altLang="en-US" i="1" dirty="0">
                <a:sym typeface="Symbol" panose="05050102010706020507" pitchFamily="18" charset="2"/>
              </a:rPr>
              <a:t></a:t>
            </a:r>
            <a:r>
              <a:rPr lang="en-US" altLang="en-US" dirty="0">
                <a:sym typeface="Symbol" panose="05050102010706020507" pitchFamily="18" charset="2"/>
              </a:rPr>
              <a:t>, </a:t>
            </a:r>
            <a:r>
              <a:rPr lang="en-US" altLang="en-US" dirty="0"/>
              <a:t>represents the empty language </a:t>
            </a:r>
            <a:r>
              <a:rPr lang="en-US" altLang="en-US" dirty="0">
                <a:sym typeface="Symbol" panose="05050102010706020507" pitchFamily="18" charset="2"/>
              </a:rPr>
              <a:t>that doesn’t contain any string</a:t>
            </a:r>
            <a:r>
              <a:rPr lang="en-US" altLang="en-US" dirty="0"/>
              <a:t>. L(</a:t>
            </a:r>
            <a:r>
              <a:rPr lang="en-US" altLang="en-US" i="1" dirty="0">
                <a:sym typeface="Symbol" panose="05050102010706020507" pitchFamily="18" charset="2"/>
              </a:rPr>
              <a:t></a:t>
            </a:r>
            <a:r>
              <a:rPr lang="en-US" altLang="en-US" dirty="0">
                <a:sym typeface="Symbol" panose="05050102010706020507" pitchFamily="18" charset="2"/>
              </a:rPr>
              <a:t>*) = </a:t>
            </a:r>
            <a:r>
              <a:rPr lang="en-US" altLang="en-US" dirty="0"/>
              <a:t>{</a:t>
            </a:r>
            <a:r>
              <a:rPr lang="en-US" altLang="en-US" i="1" dirty="0">
                <a:sym typeface="Symbol" panose="05050102010706020507" pitchFamily="18" charset="2"/>
              </a:rPr>
              <a:t></a:t>
            </a:r>
            <a:r>
              <a:rPr lang="en-US" altLang="en-US" dirty="0"/>
              <a:t>}.</a:t>
            </a:r>
            <a:endParaRPr lang="en-US" altLang="en-US" dirty="0">
              <a:sym typeface="Symbol" panose="05050102010706020507" pitchFamily="18" charset="2"/>
            </a:endParaRPr>
          </a:p>
          <a:p>
            <a:pPr lvl="1">
              <a:spcBef>
                <a:spcPts val="0"/>
              </a:spcBef>
              <a:spcAft>
                <a:spcPts val="1800"/>
              </a:spcAft>
              <a:buFont typeface="Wingdings" panose="05000000000000000000" pitchFamily="2" charset="2"/>
              <a:buChar char="Ø"/>
            </a:pP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where </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are regular expressions,</a:t>
            </a:r>
          </a:p>
          <a:p>
            <a:pPr lvl="2">
              <a:spcBef>
                <a:spcPts val="0"/>
              </a:spcBef>
              <a:spcAft>
                <a:spcPts val="1800"/>
              </a:spcAft>
              <a:buFont typeface="Wingdings" panose="05000000000000000000" pitchFamily="2" charset="2"/>
              <a:buChar char="Ø"/>
            </a:pPr>
            <a:r>
              <a:rPr lang="en-US" altLang="en-US" sz="2400" i="1" dirty="0">
                <a:sym typeface="Symbol" panose="05050102010706020507" pitchFamily="18" charset="2"/>
              </a:rPr>
              <a:t>R</a:t>
            </a:r>
            <a:r>
              <a:rPr lang="en-US" altLang="en-US" sz="2400" dirty="0">
                <a:sym typeface="Symbol" panose="05050102010706020507" pitchFamily="18" charset="2"/>
              </a:rPr>
              <a:t>  </a:t>
            </a:r>
            <a:r>
              <a:rPr lang="en-US" altLang="en-US" sz="2400" i="1" dirty="0">
                <a:sym typeface="Symbol" panose="05050102010706020507" pitchFamily="18" charset="2"/>
              </a:rPr>
              <a:t> = R, </a:t>
            </a:r>
            <a:r>
              <a:rPr lang="en-US" altLang="en-US" sz="2400" dirty="0">
                <a:sym typeface="Symbol" panose="05050102010706020507" pitchFamily="18" charset="2"/>
              </a:rPr>
              <a:t>but</a:t>
            </a:r>
            <a:r>
              <a:rPr lang="en-US" altLang="en-US" sz="2400" i="1" dirty="0">
                <a:sym typeface="Symbol" panose="05050102010706020507" pitchFamily="18" charset="2"/>
              </a:rPr>
              <a:t> R</a:t>
            </a:r>
            <a:r>
              <a:rPr lang="en-US" altLang="en-US" sz="2400" dirty="0">
                <a:sym typeface="Symbol" panose="05050102010706020507" pitchFamily="18" charset="2"/>
              </a:rPr>
              <a:t>  </a:t>
            </a:r>
            <a:r>
              <a:rPr lang="en-US" altLang="en-US" sz="2400" i="1" dirty="0">
                <a:sym typeface="Symbol" panose="05050102010706020507" pitchFamily="18" charset="2"/>
              </a:rPr>
              <a:t></a:t>
            </a:r>
            <a:r>
              <a:rPr lang="en-US" altLang="en-US" sz="2400" dirty="0">
                <a:sym typeface="Symbol" panose="05050102010706020507" pitchFamily="18" charset="2"/>
              </a:rPr>
              <a:t> may not be equal to </a:t>
            </a:r>
            <a:r>
              <a:rPr lang="en-US" altLang="en-US" sz="2400" i="1" dirty="0">
                <a:sym typeface="Symbol" panose="05050102010706020507" pitchFamily="18" charset="2"/>
              </a:rPr>
              <a:t>R</a:t>
            </a:r>
            <a:r>
              <a:rPr lang="en-US" altLang="en-US" sz="2400" dirty="0">
                <a:sym typeface="Symbol" panose="05050102010706020507" pitchFamily="18" charset="2"/>
              </a:rPr>
              <a:t>.</a:t>
            </a:r>
          </a:p>
          <a:p>
            <a:pPr lvl="1">
              <a:spcBef>
                <a:spcPts val="0"/>
              </a:spcBef>
              <a:spcAft>
                <a:spcPts val="1800"/>
              </a:spcAft>
              <a:buFont typeface="Wingdings" panose="05000000000000000000" pitchFamily="2" charset="2"/>
              <a:buChar char="Ø"/>
            </a:pP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where </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and </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are regular expressions, </a:t>
            </a:r>
          </a:p>
          <a:p>
            <a:pPr lvl="2">
              <a:spcBef>
                <a:spcPts val="0"/>
              </a:spcBef>
              <a:spcAft>
                <a:spcPts val="1800"/>
              </a:spcAft>
              <a:buFont typeface="Wingdings" panose="05000000000000000000" pitchFamily="2" charset="2"/>
              <a:buChar char="Ø"/>
            </a:pPr>
            <a:r>
              <a:rPr lang="en-US" altLang="en-US" sz="2400" i="1" dirty="0">
                <a:sym typeface="Symbol" panose="05050102010706020507" pitchFamily="18" charset="2"/>
              </a:rPr>
              <a:t>R </a:t>
            </a:r>
            <a:r>
              <a:rPr lang="en-US" altLang="en-US" sz="2400" dirty="0">
                <a:sym typeface="Symbol" panose="05050102010706020507" pitchFamily="18" charset="2"/>
              </a:rPr>
              <a:t> </a:t>
            </a:r>
            <a:r>
              <a:rPr lang="en-US" altLang="en-US" sz="2400" i="1" dirty="0">
                <a:sym typeface="Symbol" panose="05050102010706020507" pitchFamily="18" charset="2"/>
              </a:rPr>
              <a:t></a:t>
            </a:r>
            <a:r>
              <a:rPr lang="en-US" altLang="en-US" sz="2400" dirty="0">
                <a:sym typeface="Symbol" panose="05050102010706020507" pitchFamily="18" charset="2"/>
              </a:rPr>
              <a:t> </a:t>
            </a:r>
            <a:r>
              <a:rPr lang="en-US" altLang="en-US" sz="2400" i="1" dirty="0">
                <a:sym typeface="Symbol" panose="05050102010706020507" pitchFamily="18" charset="2"/>
              </a:rPr>
              <a:t>= R, </a:t>
            </a:r>
            <a:r>
              <a:rPr lang="en-US" altLang="en-US" sz="2400" dirty="0">
                <a:sym typeface="Symbol" panose="05050102010706020507" pitchFamily="18" charset="2"/>
              </a:rPr>
              <a:t>but</a:t>
            </a:r>
            <a:r>
              <a:rPr lang="en-US" altLang="en-US" sz="2400" i="1" dirty="0">
                <a:sym typeface="Symbol" panose="05050102010706020507" pitchFamily="18" charset="2"/>
              </a:rPr>
              <a:t> R</a:t>
            </a:r>
            <a:r>
              <a:rPr lang="en-US" altLang="en-US" sz="2400" dirty="0">
                <a:sym typeface="Symbol" panose="05050102010706020507" pitchFamily="18" charset="2"/>
              </a:rPr>
              <a:t>  </a:t>
            </a:r>
            <a:r>
              <a:rPr lang="en-US" altLang="en-US" sz="2400" i="1" dirty="0">
                <a:sym typeface="Symbol" panose="05050102010706020507" pitchFamily="18" charset="2"/>
              </a:rPr>
              <a:t></a:t>
            </a:r>
            <a:r>
              <a:rPr lang="en-US" altLang="en-US" sz="2400" dirty="0">
                <a:sym typeface="Symbol" panose="05050102010706020507" pitchFamily="18" charset="2"/>
              </a:rPr>
              <a:t> may not be equal to </a:t>
            </a:r>
            <a:r>
              <a:rPr lang="en-US" altLang="en-US" sz="2400" i="1" dirty="0">
                <a:sym typeface="Symbol" panose="05050102010706020507" pitchFamily="18" charset="2"/>
              </a:rPr>
              <a:t>R</a:t>
            </a:r>
            <a:r>
              <a:rPr lang="en-US" altLang="en-US" sz="2400" dirty="0">
                <a:sym typeface="Symbol" panose="05050102010706020507" pitchFamily="18" charset="2"/>
              </a:rPr>
              <a:t>.</a:t>
            </a:r>
          </a:p>
          <a:p>
            <a:pPr lvl="1">
              <a:spcBef>
                <a:spcPts val="0"/>
              </a:spcBef>
              <a:spcAft>
                <a:spcPts val="1800"/>
              </a:spcAft>
              <a:buFont typeface="Wingdings" panose="05000000000000000000" pitchFamily="2" charset="2"/>
              <a:buChar char="Ø"/>
            </a:pPr>
            <a:r>
              <a:rPr lang="en-US" altLang="en-US" dirty="0">
                <a:sym typeface="Symbol" panose="05050102010706020507" pitchFamily="18" charset="2"/>
              </a:rPr>
              <a:t>(</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where </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is a regular expressions,</a:t>
            </a:r>
          </a:p>
        </p:txBody>
      </p:sp>
    </p:spTree>
    <p:extLst>
      <p:ext uri="{BB962C8B-B14F-4D97-AF65-F5344CB8AC3E}">
        <p14:creationId xmlns:p14="http://schemas.microsoft.com/office/powerpoint/2010/main" val="276071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03D627-6A8B-4208-B66A-97AD4BAD00E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88F92-34CD-42F8-944C-252633F85414}"/>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FB125F02-DB09-4260-A07A-C14FEA11F620}"/>
              </a:ext>
            </a:extLst>
          </p:cNvPr>
          <p:cNvSpPr>
            <a:spLocks noGrp="1"/>
          </p:cNvSpPr>
          <p:nvPr>
            <p:ph type="body" sz="quarter" idx="13"/>
          </p:nvPr>
        </p:nvSpPr>
        <p:spPr/>
        <p:txBody>
          <a:bodyPr>
            <a:normAutofit/>
          </a:bodyPr>
          <a:lstStyle/>
          <a:p>
            <a:pPr algn="just"/>
            <a:r>
              <a:rPr lang="en-US" altLang="en-US" sz="3200" dirty="0"/>
              <a:t>Let convert regular language </a:t>
            </a:r>
            <a:r>
              <a:rPr lang="en-US" altLang="en-US" sz="3200" i="1" dirty="0"/>
              <a:t>R</a:t>
            </a:r>
            <a:r>
              <a:rPr lang="en-US" altLang="en-US" sz="3200" dirty="0"/>
              <a:t> into an NFA considering the six cases in the formal definition of regular language.</a:t>
            </a:r>
          </a:p>
          <a:p>
            <a:pPr lvl="1"/>
            <a:r>
              <a:rPr lang="en-US" altLang="en-US" sz="2800" i="1" dirty="0"/>
              <a:t>R</a:t>
            </a:r>
            <a:r>
              <a:rPr lang="en-US" altLang="en-US" sz="2800" dirty="0"/>
              <a:t> = </a:t>
            </a:r>
            <a:r>
              <a:rPr lang="en-US" altLang="en-US" sz="2800" i="1" dirty="0"/>
              <a:t>a</a:t>
            </a:r>
            <a:r>
              <a:rPr lang="en-US" altLang="en-US" sz="2800" dirty="0"/>
              <a:t>, </a:t>
            </a:r>
            <a:r>
              <a:rPr lang="en-US" altLang="en-US" sz="2800" i="1" dirty="0"/>
              <a:t>a</a:t>
            </a:r>
            <a:r>
              <a:rPr lang="en-US" altLang="en-US" sz="2800" dirty="0">
                <a:sym typeface="Symbol" panose="05050102010706020507" pitchFamily="18" charset="2"/>
              </a:rPr>
              <a:t></a:t>
            </a:r>
            <a:r>
              <a:rPr lang="el-GR" altLang="en-US" sz="2800" dirty="0">
                <a:cs typeface="Arial" panose="020B0604020202020204" pitchFamily="34" charset="0"/>
                <a:sym typeface="Symbol" panose="05050102010706020507" pitchFamily="18" charset="2"/>
              </a:rPr>
              <a:t>Σ</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endParaRPr lang="el-GR" altLang="en-US" sz="2800" dirty="0">
              <a:cs typeface="Arial" panose="020B0604020202020204" pitchFamily="34" charset="0"/>
              <a:sym typeface="Symbol" panose="05050102010706020507" pitchFamily="18" charset="2"/>
            </a:endParaRPr>
          </a:p>
        </p:txBody>
      </p:sp>
      <p:sp>
        <p:nvSpPr>
          <p:cNvPr id="5" name="Oval 4">
            <a:extLst>
              <a:ext uri="{FF2B5EF4-FFF2-40B4-BE49-F238E27FC236}">
                <a16:creationId xmlns:a16="http://schemas.microsoft.com/office/drawing/2014/main" id="{08D165E7-2DF6-4774-8743-4B6E17A6C4EE}"/>
              </a:ext>
            </a:extLst>
          </p:cNvPr>
          <p:cNvSpPr>
            <a:spLocks noChangeArrowheads="1"/>
          </p:cNvSpPr>
          <p:nvPr/>
        </p:nvSpPr>
        <p:spPr bwMode="auto">
          <a:xfrm>
            <a:off x="3295403" y="30870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Oval 5">
            <a:extLst>
              <a:ext uri="{FF2B5EF4-FFF2-40B4-BE49-F238E27FC236}">
                <a16:creationId xmlns:a16="http://schemas.microsoft.com/office/drawing/2014/main" id="{90F05FC1-12CC-487A-BA20-C0A0651ACBBE}"/>
              </a:ext>
            </a:extLst>
          </p:cNvPr>
          <p:cNvSpPr>
            <a:spLocks noChangeArrowheads="1"/>
          </p:cNvSpPr>
          <p:nvPr/>
        </p:nvSpPr>
        <p:spPr bwMode="auto">
          <a:xfrm>
            <a:off x="4209803" y="55254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DC40891B-FAF4-4869-ADE5-9B0EE7F08ACD}"/>
              </a:ext>
            </a:extLst>
          </p:cNvPr>
          <p:cNvSpPr>
            <a:spLocks noChangeArrowheads="1"/>
          </p:cNvSpPr>
          <p:nvPr/>
        </p:nvSpPr>
        <p:spPr bwMode="auto">
          <a:xfrm>
            <a:off x="4209803" y="4230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BE228DC4-9FE8-40FD-991F-56455411570A}"/>
              </a:ext>
            </a:extLst>
          </p:cNvPr>
          <p:cNvSpPr>
            <a:spLocks noChangeArrowheads="1"/>
          </p:cNvSpPr>
          <p:nvPr/>
        </p:nvSpPr>
        <p:spPr bwMode="auto">
          <a:xfrm>
            <a:off x="4743203" y="3087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9" name="AutoShape 8">
            <a:extLst>
              <a:ext uri="{FF2B5EF4-FFF2-40B4-BE49-F238E27FC236}">
                <a16:creationId xmlns:a16="http://schemas.microsoft.com/office/drawing/2014/main" id="{AD6BDB8A-FC33-4084-A2BB-25489DCDBECF}"/>
              </a:ext>
            </a:extLst>
          </p:cNvPr>
          <p:cNvCxnSpPr>
            <a:cxnSpLocks noChangeShapeType="1"/>
            <a:stCxn id="5" idx="6"/>
            <a:endCxn id="8" idx="2"/>
          </p:cNvCxnSpPr>
          <p:nvPr/>
        </p:nvCxnSpPr>
        <p:spPr bwMode="auto">
          <a:xfrm>
            <a:off x="3752603" y="3315657"/>
            <a:ext cx="971550"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Line 9">
            <a:extLst>
              <a:ext uri="{FF2B5EF4-FFF2-40B4-BE49-F238E27FC236}">
                <a16:creationId xmlns:a16="http://schemas.microsoft.com/office/drawing/2014/main" id="{336D0FE7-2FC6-464C-A9ED-C6A0EC669B32}"/>
              </a:ext>
            </a:extLst>
          </p:cNvPr>
          <p:cNvSpPr>
            <a:spLocks noChangeShapeType="1"/>
          </p:cNvSpPr>
          <p:nvPr/>
        </p:nvSpPr>
        <p:spPr bwMode="auto">
          <a:xfrm>
            <a:off x="3066803" y="3315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 name="Line 10">
            <a:extLst>
              <a:ext uri="{FF2B5EF4-FFF2-40B4-BE49-F238E27FC236}">
                <a16:creationId xmlns:a16="http://schemas.microsoft.com/office/drawing/2014/main" id="{88969A87-2E73-4092-883D-F624A7B2976D}"/>
              </a:ext>
            </a:extLst>
          </p:cNvPr>
          <p:cNvSpPr>
            <a:spLocks noChangeShapeType="1"/>
          </p:cNvSpPr>
          <p:nvPr/>
        </p:nvSpPr>
        <p:spPr bwMode="auto">
          <a:xfrm>
            <a:off x="3981203" y="4458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2" name="Line 11">
            <a:extLst>
              <a:ext uri="{FF2B5EF4-FFF2-40B4-BE49-F238E27FC236}">
                <a16:creationId xmlns:a16="http://schemas.microsoft.com/office/drawing/2014/main" id="{8E93A45F-5394-4EBC-A72A-C9EE5DBCEA52}"/>
              </a:ext>
            </a:extLst>
          </p:cNvPr>
          <p:cNvSpPr>
            <a:spLocks noChangeShapeType="1"/>
          </p:cNvSpPr>
          <p:nvPr/>
        </p:nvSpPr>
        <p:spPr bwMode="auto">
          <a:xfrm>
            <a:off x="3981203" y="57540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2">
            <a:extLst>
              <a:ext uri="{FF2B5EF4-FFF2-40B4-BE49-F238E27FC236}">
                <a16:creationId xmlns:a16="http://schemas.microsoft.com/office/drawing/2014/main" id="{9978FD2F-BBAC-4CC8-A438-D0468A34806E}"/>
              </a:ext>
            </a:extLst>
          </p:cNvPr>
          <p:cNvSpPr txBox="1">
            <a:spLocks noChangeArrowheads="1"/>
          </p:cNvSpPr>
          <p:nvPr/>
        </p:nvSpPr>
        <p:spPr bwMode="auto">
          <a:xfrm>
            <a:off x="4006603" y="3010857"/>
            <a:ext cx="35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Tree>
    <p:extLst>
      <p:ext uri="{BB962C8B-B14F-4D97-AF65-F5344CB8AC3E}">
        <p14:creationId xmlns:p14="http://schemas.microsoft.com/office/powerpoint/2010/main" val="252575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68D565-601E-4322-99AA-DB38D014AED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189186D9-4CBA-4D22-82FA-DE9DDFCA0FDB}"/>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BBE552EB-C047-4160-BBD8-C153AD424B21}"/>
              </a:ext>
            </a:extLst>
          </p:cNvPr>
          <p:cNvSpPr>
            <a:spLocks noGrp="1"/>
          </p:cNvSpPr>
          <p:nvPr>
            <p:ph type="body" sz="quarter" idx="13"/>
          </p:nvPr>
        </p:nvSpPr>
        <p:spPr/>
        <p:txBody>
          <a:bodyPr>
            <a:normAutofit/>
          </a:bodyPr>
          <a:lstStyle/>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endParaRPr lang="en-US" altLang="en-US" sz="3200" i="1" dirty="0"/>
          </a:p>
          <a:p>
            <a:pPr lvl="1" algn="just">
              <a:spcBef>
                <a:spcPts val="0"/>
              </a:spcBef>
            </a:pPr>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t>*</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p:txBody>
      </p:sp>
      <p:sp>
        <p:nvSpPr>
          <p:cNvPr id="5" name="Oval 4">
            <a:extLst>
              <a:ext uri="{FF2B5EF4-FFF2-40B4-BE49-F238E27FC236}">
                <a16:creationId xmlns:a16="http://schemas.microsoft.com/office/drawing/2014/main" id="{5C08F40E-6FA1-4FAC-ACC1-E6A7C3607164}"/>
              </a:ext>
            </a:extLst>
          </p:cNvPr>
          <p:cNvSpPr>
            <a:spLocks noChangeArrowheads="1"/>
          </p:cNvSpPr>
          <p:nvPr/>
        </p:nvSpPr>
        <p:spPr bwMode="auto">
          <a:xfrm>
            <a:off x="4724400" y="2057400"/>
            <a:ext cx="381000" cy="381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AutoShape 5">
            <a:extLst>
              <a:ext uri="{FF2B5EF4-FFF2-40B4-BE49-F238E27FC236}">
                <a16:creationId xmlns:a16="http://schemas.microsoft.com/office/drawing/2014/main" id="{C645CBF4-35D6-45D9-A712-4A54ED18DBCA}"/>
              </a:ext>
            </a:extLst>
          </p:cNvPr>
          <p:cNvSpPr>
            <a:spLocks noChangeArrowheads="1"/>
          </p:cNvSpPr>
          <p:nvPr/>
        </p:nvSpPr>
        <p:spPr bwMode="auto">
          <a:xfrm>
            <a:off x="5638800" y="2362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7" name="AutoShape 6">
            <a:extLst>
              <a:ext uri="{FF2B5EF4-FFF2-40B4-BE49-F238E27FC236}">
                <a16:creationId xmlns:a16="http://schemas.microsoft.com/office/drawing/2014/main" id="{9A209A75-CD6E-4E17-A1B4-076DEF5903EB}"/>
              </a:ext>
            </a:extLst>
          </p:cNvPr>
          <p:cNvSpPr>
            <a:spLocks noChangeArrowheads="1"/>
          </p:cNvSpPr>
          <p:nvPr/>
        </p:nvSpPr>
        <p:spPr bwMode="auto">
          <a:xfrm>
            <a:off x="5638800" y="1600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8" name="AutoShape 7">
            <a:extLst>
              <a:ext uri="{FF2B5EF4-FFF2-40B4-BE49-F238E27FC236}">
                <a16:creationId xmlns:a16="http://schemas.microsoft.com/office/drawing/2014/main" id="{938662A6-AB35-4C70-BA3C-293F47A0DE4B}"/>
              </a:ext>
            </a:extLst>
          </p:cNvPr>
          <p:cNvCxnSpPr>
            <a:cxnSpLocks noChangeShapeType="1"/>
            <a:stCxn id="5" idx="6"/>
            <a:endCxn id="12" idx="2"/>
          </p:cNvCxnSpPr>
          <p:nvPr/>
        </p:nvCxnSpPr>
        <p:spPr bwMode="auto">
          <a:xfrm flipV="1">
            <a:off x="5119688" y="1905000"/>
            <a:ext cx="657225" cy="3429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5A835BD0-D6F2-406A-87F1-3626A6B78785}"/>
              </a:ext>
            </a:extLst>
          </p:cNvPr>
          <p:cNvCxnSpPr>
            <a:cxnSpLocks noChangeShapeType="1"/>
            <a:stCxn id="5" idx="6"/>
            <a:endCxn id="13" idx="2"/>
          </p:cNvCxnSpPr>
          <p:nvPr/>
        </p:nvCxnSpPr>
        <p:spPr bwMode="auto">
          <a:xfrm>
            <a:off x="5119688" y="2247900"/>
            <a:ext cx="657225" cy="4191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Text Box 9">
            <a:extLst>
              <a:ext uri="{FF2B5EF4-FFF2-40B4-BE49-F238E27FC236}">
                <a16:creationId xmlns:a16="http://schemas.microsoft.com/office/drawing/2014/main" id="{9359EFB8-1D48-4149-BFFF-6983775DA7CA}"/>
              </a:ext>
            </a:extLst>
          </p:cNvPr>
          <p:cNvSpPr txBox="1">
            <a:spLocks noChangeArrowheads="1"/>
          </p:cNvSpPr>
          <p:nvPr/>
        </p:nvSpPr>
        <p:spPr bwMode="auto">
          <a:xfrm>
            <a:off x="5118100" y="17668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1" name="Text Box 10">
            <a:extLst>
              <a:ext uri="{FF2B5EF4-FFF2-40B4-BE49-F238E27FC236}">
                <a16:creationId xmlns:a16="http://schemas.microsoft.com/office/drawing/2014/main" id="{6169B3A5-586F-4152-861B-E49E3E8902A4}"/>
              </a:ext>
            </a:extLst>
          </p:cNvPr>
          <p:cNvSpPr txBox="1">
            <a:spLocks noChangeArrowheads="1"/>
          </p:cNvSpPr>
          <p:nvPr/>
        </p:nvSpPr>
        <p:spPr bwMode="auto">
          <a:xfrm>
            <a:off x="5181600" y="23002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2" name="Oval 11">
            <a:extLst>
              <a:ext uri="{FF2B5EF4-FFF2-40B4-BE49-F238E27FC236}">
                <a16:creationId xmlns:a16="http://schemas.microsoft.com/office/drawing/2014/main" id="{D92D21E9-B593-4775-9807-EE0B9E6EEA4C}"/>
              </a:ext>
            </a:extLst>
          </p:cNvPr>
          <p:cNvSpPr>
            <a:spLocks noChangeArrowheads="1"/>
          </p:cNvSpPr>
          <p:nvPr/>
        </p:nvSpPr>
        <p:spPr bwMode="auto">
          <a:xfrm>
            <a:off x="5791200" y="1752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38B65F3C-B477-46B4-9932-19EFA767D1CF}"/>
              </a:ext>
            </a:extLst>
          </p:cNvPr>
          <p:cNvSpPr>
            <a:spLocks noChangeArrowheads="1"/>
          </p:cNvSpPr>
          <p:nvPr/>
        </p:nvSpPr>
        <p:spPr bwMode="auto">
          <a:xfrm>
            <a:off x="5791200" y="2514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Oval 13">
            <a:extLst>
              <a:ext uri="{FF2B5EF4-FFF2-40B4-BE49-F238E27FC236}">
                <a16:creationId xmlns:a16="http://schemas.microsoft.com/office/drawing/2014/main" id="{50D58D18-CC92-4877-8199-ED774C4A6FA1}"/>
              </a:ext>
            </a:extLst>
          </p:cNvPr>
          <p:cNvSpPr>
            <a:spLocks noChangeArrowheads="1"/>
          </p:cNvSpPr>
          <p:nvPr/>
        </p:nvSpPr>
        <p:spPr bwMode="auto">
          <a:xfrm>
            <a:off x="7391400" y="1752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Oval 14">
            <a:extLst>
              <a:ext uri="{FF2B5EF4-FFF2-40B4-BE49-F238E27FC236}">
                <a16:creationId xmlns:a16="http://schemas.microsoft.com/office/drawing/2014/main" id="{28E84F1D-0BE1-4CF2-AD88-5691D9F067C8}"/>
              </a:ext>
            </a:extLst>
          </p:cNvPr>
          <p:cNvSpPr>
            <a:spLocks noChangeArrowheads="1"/>
          </p:cNvSpPr>
          <p:nvPr/>
        </p:nvSpPr>
        <p:spPr bwMode="auto">
          <a:xfrm>
            <a:off x="7391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Oval 15">
            <a:extLst>
              <a:ext uri="{FF2B5EF4-FFF2-40B4-BE49-F238E27FC236}">
                <a16:creationId xmlns:a16="http://schemas.microsoft.com/office/drawing/2014/main" id="{DEA3FE4D-B683-48EB-9C3E-6EA9AF121BC5}"/>
              </a:ext>
            </a:extLst>
          </p:cNvPr>
          <p:cNvSpPr>
            <a:spLocks noChangeArrowheads="1"/>
          </p:cNvSpPr>
          <p:nvPr/>
        </p:nvSpPr>
        <p:spPr bwMode="auto">
          <a:xfrm>
            <a:off x="7010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Oval 16">
            <a:extLst>
              <a:ext uri="{FF2B5EF4-FFF2-40B4-BE49-F238E27FC236}">
                <a16:creationId xmlns:a16="http://schemas.microsoft.com/office/drawing/2014/main" id="{A156659B-FB6E-4B7B-933A-B4D370952D57}"/>
              </a:ext>
            </a:extLst>
          </p:cNvPr>
          <p:cNvSpPr>
            <a:spLocks noChangeArrowheads="1"/>
          </p:cNvSpPr>
          <p:nvPr/>
        </p:nvSpPr>
        <p:spPr bwMode="auto">
          <a:xfrm>
            <a:off x="6324600" y="175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Oval 17">
            <a:extLst>
              <a:ext uri="{FF2B5EF4-FFF2-40B4-BE49-F238E27FC236}">
                <a16:creationId xmlns:a16="http://schemas.microsoft.com/office/drawing/2014/main" id="{6A547CC8-59E9-466E-82E1-52150D866A02}"/>
              </a:ext>
            </a:extLst>
          </p:cNvPr>
          <p:cNvSpPr>
            <a:spLocks noChangeArrowheads="1"/>
          </p:cNvSpPr>
          <p:nvPr/>
        </p:nvSpPr>
        <p:spPr bwMode="auto">
          <a:xfrm>
            <a:off x="6477000" y="1905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Oval 18">
            <a:extLst>
              <a:ext uri="{FF2B5EF4-FFF2-40B4-BE49-F238E27FC236}">
                <a16:creationId xmlns:a16="http://schemas.microsoft.com/office/drawing/2014/main" id="{171FFEF1-598C-4493-BC50-5C9BDA4C2E66}"/>
              </a:ext>
            </a:extLst>
          </p:cNvPr>
          <p:cNvSpPr>
            <a:spLocks noChangeArrowheads="1"/>
          </p:cNvSpPr>
          <p:nvPr/>
        </p:nvSpPr>
        <p:spPr bwMode="auto">
          <a:xfrm>
            <a:off x="6629400" y="1676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Oval 19">
            <a:extLst>
              <a:ext uri="{FF2B5EF4-FFF2-40B4-BE49-F238E27FC236}">
                <a16:creationId xmlns:a16="http://schemas.microsoft.com/office/drawing/2014/main" id="{FCEE0A7B-9F1E-4E5A-AAB7-8CED655C85E6}"/>
              </a:ext>
            </a:extLst>
          </p:cNvPr>
          <p:cNvSpPr>
            <a:spLocks noChangeArrowheads="1"/>
          </p:cNvSpPr>
          <p:nvPr/>
        </p:nvSpPr>
        <p:spPr bwMode="auto">
          <a:xfrm>
            <a:off x="6934200" y="18288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Oval 20">
            <a:extLst>
              <a:ext uri="{FF2B5EF4-FFF2-40B4-BE49-F238E27FC236}">
                <a16:creationId xmlns:a16="http://schemas.microsoft.com/office/drawing/2014/main" id="{F61B275E-E672-4198-A160-F7A89A4E34D2}"/>
              </a:ext>
            </a:extLst>
          </p:cNvPr>
          <p:cNvSpPr>
            <a:spLocks noChangeArrowheads="1"/>
          </p:cNvSpPr>
          <p:nvPr/>
        </p:nvSpPr>
        <p:spPr bwMode="auto">
          <a:xfrm>
            <a:off x="6400800" y="2438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 name="Oval 21">
            <a:extLst>
              <a:ext uri="{FF2B5EF4-FFF2-40B4-BE49-F238E27FC236}">
                <a16:creationId xmlns:a16="http://schemas.microsoft.com/office/drawing/2014/main" id="{1460153A-B02D-4694-A806-9FE5AD4C254E}"/>
              </a:ext>
            </a:extLst>
          </p:cNvPr>
          <p:cNvSpPr>
            <a:spLocks noChangeArrowheads="1"/>
          </p:cNvSpPr>
          <p:nvPr/>
        </p:nvSpPr>
        <p:spPr bwMode="auto">
          <a:xfrm>
            <a:off x="6248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Oval 22">
            <a:extLst>
              <a:ext uri="{FF2B5EF4-FFF2-40B4-BE49-F238E27FC236}">
                <a16:creationId xmlns:a16="http://schemas.microsoft.com/office/drawing/2014/main" id="{E538973B-4DAD-4606-8D2C-C9B577EA321D}"/>
              </a:ext>
            </a:extLst>
          </p:cNvPr>
          <p:cNvSpPr>
            <a:spLocks noChangeArrowheads="1"/>
          </p:cNvSpPr>
          <p:nvPr/>
        </p:nvSpPr>
        <p:spPr bwMode="auto">
          <a:xfrm>
            <a:off x="6629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 name="Text Box 23">
            <a:extLst>
              <a:ext uri="{FF2B5EF4-FFF2-40B4-BE49-F238E27FC236}">
                <a16:creationId xmlns:a16="http://schemas.microsoft.com/office/drawing/2014/main" id="{606F0E1C-1D67-46C2-B104-2DDB2C2FA487}"/>
              </a:ext>
            </a:extLst>
          </p:cNvPr>
          <p:cNvSpPr txBox="1">
            <a:spLocks noChangeArrowheads="1"/>
          </p:cNvSpPr>
          <p:nvPr/>
        </p:nvSpPr>
        <p:spPr bwMode="auto">
          <a:xfrm>
            <a:off x="7924800" y="1676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25" name="Text Box 24">
            <a:extLst>
              <a:ext uri="{FF2B5EF4-FFF2-40B4-BE49-F238E27FC236}">
                <a16:creationId xmlns:a16="http://schemas.microsoft.com/office/drawing/2014/main" id="{0CBA2ECB-3449-4AEE-8CF3-84395392BEDB}"/>
              </a:ext>
            </a:extLst>
          </p:cNvPr>
          <p:cNvSpPr txBox="1">
            <a:spLocks noChangeArrowheads="1"/>
          </p:cNvSpPr>
          <p:nvPr/>
        </p:nvSpPr>
        <p:spPr bwMode="auto">
          <a:xfrm>
            <a:off x="8001000" y="24526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26" name="AutoShape 26">
            <a:extLst>
              <a:ext uri="{FF2B5EF4-FFF2-40B4-BE49-F238E27FC236}">
                <a16:creationId xmlns:a16="http://schemas.microsoft.com/office/drawing/2014/main" id="{3CD5DA2F-44A9-482A-AF06-688AEF9FDB27}"/>
              </a:ext>
            </a:extLst>
          </p:cNvPr>
          <p:cNvSpPr>
            <a:spLocks noChangeArrowheads="1"/>
          </p:cNvSpPr>
          <p:nvPr/>
        </p:nvSpPr>
        <p:spPr bwMode="auto">
          <a:xfrm>
            <a:off x="6705600" y="39497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27" name="AutoShape 28">
            <a:extLst>
              <a:ext uri="{FF2B5EF4-FFF2-40B4-BE49-F238E27FC236}">
                <a16:creationId xmlns:a16="http://schemas.microsoft.com/office/drawing/2014/main" id="{F12DCE28-DE4B-4BBE-9561-1D3DEE877EA0}"/>
              </a:ext>
            </a:extLst>
          </p:cNvPr>
          <p:cNvCxnSpPr>
            <a:cxnSpLocks noChangeShapeType="1"/>
            <a:stCxn id="46" idx="6"/>
            <a:endCxn id="36" idx="2"/>
          </p:cNvCxnSpPr>
          <p:nvPr/>
        </p:nvCxnSpPr>
        <p:spPr bwMode="auto">
          <a:xfrm>
            <a:off x="6038850" y="4267200"/>
            <a:ext cx="8810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8" name="Text Box 29">
            <a:extLst>
              <a:ext uri="{FF2B5EF4-FFF2-40B4-BE49-F238E27FC236}">
                <a16:creationId xmlns:a16="http://schemas.microsoft.com/office/drawing/2014/main" id="{B5D4689F-0F14-4447-9A1C-0771BD87AEED}"/>
              </a:ext>
            </a:extLst>
          </p:cNvPr>
          <p:cNvSpPr txBox="1">
            <a:spLocks noChangeArrowheads="1"/>
          </p:cNvSpPr>
          <p:nvPr/>
        </p:nvSpPr>
        <p:spPr bwMode="auto">
          <a:xfrm>
            <a:off x="6324600" y="41417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29" name="Text Box 30">
            <a:extLst>
              <a:ext uri="{FF2B5EF4-FFF2-40B4-BE49-F238E27FC236}">
                <a16:creationId xmlns:a16="http://schemas.microsoft.com/office/drawing/2014/main" id="{487907BB-B2D0-4AC3-9F9B-EC7E406175B4}"/>
              </a:ext>
            </a:extLst>
          </p:cNvPr>
          <p:cNvSpPr txBox="1">
            <a:spLocks noChangeArrowheads="1"/>
          </p:cNvSpPr>
          <p:nvPr/>
        </p:nvSpPr>
        <p:spPr bwMode="auto">
          <a:xfrm>
            <a:off x="6261100" y="37338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30" name="Oval 31">
            <a:extLst>
              <a:ext uri="{FF2B5EF4-FFF2-40B4-BE49-F238E27FC236}">
                <a16:creationId xmlns:a16="http://schemas.microsoft.com/office/drawing/2014/main" id="{4F167230-96EE-43E7-9D1E-0E5C62A1D19F}"/>
              </a:ext>
            </a:extLst>
          </p:cNvPr>
          <p:cNvSpPr>
            <a:spLocks noChangeArrowheads="1"/>
          </p:cNvSpPr>
          <p:nvPr/>
        </p:nvSpPr>
        <p:spPr bwMode="auto">
          <a:xfrm>
            <a:off x="4127500" y="41529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31" name="Group 50">
            <a:extLst>
              <a:ext uri="{FF2B5EF4-FFF2-40B4-BE49-F238E27FC236}">
                <a16:creationId xmlns:a16="http://schemas.microsoft.com/office/drawing/2014/main" id="{D32E98DD-3D20-40BF-9FA4-0D3E9DF5FC2F}"/>
              </a:ext>
            </a:extLst>
          </p:cNvPr>
          <p:cNvGrpSpPr>
            <a:grpSpLocks/>
          </p:cNvGrpSpPr>
          <p:nvPr/>
        </p:nvGrpSpPr>
        <p:grpSpPr bwMode="auto">
          <a:xfrm>
            <a:off x="7467600" y="4038600"/>
            <a:ext cx="762000" cy="381000"/>
            <a:chOff x="2984" y="2904"/>
            <a:chExt cx="480" cy="240"/>
          </a:xfrm>
        </p:grpSpPr>
        <p:sp>
          <p:nvSpPr>
            <p:cNvPr id="32" name="Oval 36">
              <a:extLst>
                <a:ext uri="{FF2B5EF4-FFF2-40B4-BE49-F238E27FC236}">
                  <a16:creationId xmlns:a16="http://schemas.microsoft.com/office/drawing/2014/main" id="{372A879A-20C1-433D-86FF-0D4181837CB2}"/>
                </a:ext>
              </a:extLst>
            </p:cNvPr>
            <p:cNvSpPr>
              <a:spLocks noChangeArrowheads="1"/>
            </p:cNvSpPr>
            <p:nvPr/>
          </p:nvSpPr>
          <p:spPr bwMode="auto">
            <a:xfrm>
              <a:off x="2984" y="2952"/>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3" name="Oval 37">
              <a:extLst>
                <a:ext uri="{FF2B5EF4-FFF2-40B4-BE49-F238E27FC236}">
                  <a16:creationId xmlns:a16="http://schemas.microsoft.com/office/drawing/2014/main" id="{FDA12F33-7DE9-4E06-83F2-AEFB6EC85387}"/>
                </a:ext>
              </a:extLst>
            </p:cNvPr>
            <p:cNvSpPr>
              <a:spLocks noChangeArrowheads="1"/>
            </p:cNvSpPr>
            <p:nvPr/>
          </p:nvSpPr>
          <p:spPr bwMode="auto">
            <a:xfrm>
              <a:off x="3080" y="3048"/>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8">
              <a:extLst>
                <a:ext uri="{FF2B5EF4-FFF2-40B4-BE49-F238E27FC236}">
                  <a16:creationId xmlns:a16="http://schemas.microsoft.com/office/drawing/2014/main" id="{22C64E94-0615-4F41-AD13-30E737B92D38}"/>
                </a:ext>
              </a:extLst>
            </p:cNvPr>
            <p:cNvSpPr>
              <a:spLocks noChangeArrowheads="1"/>
            </p:cNvSpPr>
            <p:nvPr/>
          </p:nvSpPr>
          <p:spPr bwMode="auto">
            <a:xfrm>
              <a:off x="3176" y="2904"/>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9">
              <a:extLst>
                <a:ext uri="{FF2B5EF4-FFF2-40B4-BE49-F238E27FC236}">
                  <a16:creationId xmlns:a16="http://schemas.microsoft.com/office/drawing/2014/main" id="{8654CC03-8A7E-49B5-9A73-6577B0B158C6}"/>
                </a:ext>
              </a:extLst>
            </p:cNvPr>
            <p:cNvSpPr>
              <a:spLocks noChangeArrowheads="1"/>
            </p:cNvSpPr>
            <p:nvPr/>
          </p:nvSpPr>
          <p:spPr bwMode="auto">
            <a:xfrm>
              <a:off x="3368" y="3000"/>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36" name="Oval 32">
            <a:extLst>
              <a:ext uri="{FF2B5EF4-FFF2-40B4-BE49-F238E27FC236}">
                <a16:creationId xmlns:a16="http://schemas.microsoft.com/office/drawing/2014/main" id="{0CE2E090-3CC4-43FF-AD7E-C20E8857A8FB}"/>
              </a:ext>
            </a:extLst>
          </p:cNvPr>
          <p:cNvSpPr>
            <a:spLocks noChangeArrowheads="1"/>
          </p:cNvSpPr>
          <p:nvPr/>
        </p:nvSpPr>
        <p:spPr bwMode="auto">
          <a:xfrm>
            <a:off x="69342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4">
            <a:extLst>
              <a:ext uri="{FF2B5EF4-FFF2-40B4-BE49-F238E27FC236}">
                <a16:creationId xmlns:a16="http://schemas.microsoft.com/office/drawing/2014/main" id="{F52321C1-BF5E-465D-8952-E98870BF8498}"/>
              </a:ext>
            </a:extLst>
          </p:cNvPr>
          <p:cNvSpPr>
            <a:spLocks noChangeArrowheads="1"/>
          </p:cNvSpPr>
          <p:nvPr/>
        </p:nvSpPr>
        <p:spPr bwMode="auto">
          <a:xfrm>
            <a:off x="84582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40">
            <a:extLst>
              <a:ext uri="{FF2B5EF4-FFF2-40B4-BE49-F238E27FC236}">
                <a16:creationId xmlns:a16="http://schemas.microsoft.com/office/drawing/2014/main" id="{94AAC81A-DFE6-46B3-BCFE-7F8E00237A0B}"/>
              </a:ext>
            </a:extLst>
          </p:cNvPr>
          <p:cNvSpPr>
            <a:spLocks noChangeArrowheads="1"/>
          </p:cNvSpPr>
          <p:nvPr/>
        </p:nvSpPr>
        <p:spPr bwMode="auto">
          <a:xfrm>
            <a:off x="4876800" y="4038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9" name="Oval 41">
            <a:extLst>
              <a:ext uri="{FF2B5EF4-FFF2-40B4-BE49-F238E27FC236}">
                <a16:creationId xmlns:a16="http://schemas.microsoft.com/office/drawing/2014/main" id="{520E9564-C136-466D-809E-54F45A6044F7}"/>
              </a:ext>
            </a:extLst>
          </p:cNvPr>
          <p:cNvSpPr>
            <a:spLocks noChangeArrowheads="1"/>
          </p:cNvSpPr>
          <p:nvPr/>
        </p:nvSpPr>
        <p:spPr bwMode="auto">
          <a:xfrm>
            <a:off x="4724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0" name="Oval 42">
            <a:extLst>
              <a:ext uri="{FF2B5EF4-FFF2-40B4-BE49-F238E27FC236}">
                <a16:creationId xmlns:a16="http://schemas.microsoft.com/office/drawing/2014/main" id="{3A8B1464-7B88-4E94-A6D6-EE20B04507EC}"/>
              </a:ext>
            </a:extLst>
          </p:cNvPr>
          <p:cNvSpPr>
            <a:spLocks noChangeArrowheads="1"/>
          </p:cNvSpPr>
          <p:nvPr/>
        </p:nvSpPr>
        <p:spPr bwMode="auto">
          <a:xfrm>
            <a:off x="5105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1" name="Text Box 43">
            <a:extLst>
              <a:ext uri="{FF2B5EF4-FFF2-40B4-BE49-F238E27FC236}">
                <a16:creationId xmlns:a16="http://schemas.microsoft.com/office/drawing/2014/main" id="{85384A00-4185-4183-97F3-F66D967D1358}"/>
              </a:ext>
            </a:extLst>
          </p:cNvPr>
          <p:cNvSpPr txBox="1">
            <a:spLocks noChangeArrowheads="1"/>
          </p:cNvSpPr>
          <p:nvPr/>
        </p:nvSpPr>
        <p:spPr bwMode="auto">
          <a:xfrm>
            <a:off x="5791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42" name="Text Box 44">
            <a:extLst>
              <a:ext uri="{FF2B5EF4-FFF2-40B4-BE49-F238E27FC236}">
                <a16:creationId xmlns:a16="http://schemas.microsoft.com/office/drawing/2014/main" id="{2EF0FC70-FC25-4018-826C-313A60EE52F3}"/>
              </a:ext>
            </a:extLst>
          </p:cNvPr>
          <p:cNvSpPr txBox="1">
            <a:spLocks noChangeArrowheads="1"/>
          </p:cNvSpPr>
          <p:nvPr/>
        </p:nvSpPr>
        <p:spPr bwMode="auto">
          <a:xfrm>
            <a:off x="8458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43" name="AutoShape 45">
            <a:extLst>
              <a:ext uri="{FF2B5EF4-FFF2-40B4-BE49-F238E27FC236}">
                <a16:creationId xmlns:a16="http://schemas.microsoft.com/office/drawing/2014/main" id="{6ECA22BE-13D0-48C7-B49A-CDEF9CE1B734}"/>
              </a:ext>
            </a:extLst>
          </p:cNvPr>
          <p:cNvSpPr>
            <a:spLocks noChangeArrowheads="1"/>
          </p:cNvSpPr>
          <p:nvPr/>
        </p:nvSpPr>
        <p:spPr bwMode="auto">
          <a:xfrm>
            <a:off x="3962400" y="3962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4" name="Line 46">
            <a:extLst>
              <a:ext uri="{FF2B5EF4-FFF2-40B4-BE49-F238E27FC236}">
                <a16:creationId xmlns:a16="http://schemas.microsoft.com/office/drawing/2014/main" id="{920C89D6-55BA-4214-914E-07416072080E}"/>
              </a:ext>
            </a:extLst>
          </p:cNvPr>
          <p:cNvSpPr>
            <a:spLocks noChangeShapeType="1"/>
          </p:cNvSpPr>
          <p:nvPr/>
        </p:nvSpPr>
        <p:spPr bwMode="auto">
          <a:xfrm>
            <a:off x="3733800" y="43053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45" name="Oval 33">
            <a:extLst>
              <a:ext uri="{FF2B5EF4-FFF2-40B4-BE49-F238E27FC236}">
                <a16:creationId xmlns:a16="http://schemas.microsoft.com/office/drawing/2014/main" id="{3027291F-7148-4414-AFBC-5C8DBA1E2513}"/>
              </a:ext>
            </a:extLst>
          </p:cNvPr>
          <p:cNvSpPr>
            <a:spLocks noChangeArrowheads="1"/>
          </p:cNvSpPr>
          <p:nvPr/>
        </p:nvSpPr>
        <p:spPr bwMode="auto">
          <a:xfrm>
            <a:off x="5334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6" name="Oval 49">
            <a:extLst>
              <a:ext uri="{FF2B5EF4-FFF2-40B4-BE49-F238E27FC236}">
                <a16:creationId xmlns:a16="http://schemas.microsoft.com/office/drawing/2014/main" id="{07491F6E-463A-4A14-AAD7-D08D12959C7C}"/>
              </a:ext>
            </a:extLst>
          </p:cNvPr>
          <p:cNvSpPr>
            <a:spLocks noChangeArrowheads="1"/>
          </p:cNvSpPr>
          <p:nvPr/>
        </p:nvSpPr>
        <p:spPr bwMode="auto">
          <a:xfrm>
            <a:off x="5715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47" name="AutoShape 51">
            <a:extLst>
              <a:ext uri="{FF2B5EF4-FFF2-40B4-BE49-F238E27FC236}">
                <a16:creationId xmlns:a16="http://schemas.microsoft.com/office/drawing/2014/main" id="{EA79C036-BDDE-4B25-8C3F-A567D01E7521}"/>
              </a:ext>
            </a:extLst>
          </p:cNvPr>
          <p:cNvCxnSpPr>
            <a:cxnSpLocks noChangeShapeType="1"/>
            <a:stCxn id="45" idx="0"/>
            <a:endCxn id="36" idx="0"/>
          </p:cNvCxnSpPr>
          <p:nvPr/>
        </p:nvCxnSpPr>
        <p:spPr bwMode="auto">
          <a:xfrm rot="5400000" flipV="1">
            <a:off x="6284118" y="3298032"/>
            <a:ext cx="4763" cy="1600200"/>
          </a:xfrm>
          <a:prstGeom prst="bentConnector3">
            <a:avLst>
              <a:gd name="adj1" fmla="val -5833333"/>
            </a:avLst>
          </a:prstGeom>
          <a:noFill/>
          <a:ln w="28575">
            <a:solidFill>
              <a:schemeClr val="tx1"/>
            </a:solidFill>
            <a:miter lim="800000"/>
            <a:headEnd/>
            <a:tailEnd type="triangle" w="lg" len="med"/>
          </a:ln>
          <a:extLst>
            <a:ext uri="{909E8E84-426E-40DD-AFC4-6F175D3DCCD1}">
              <a14:hiddenFill xmlns:a14="http://schemas.microsoft.com/office/drawing/2010/main">
                <a:noFill/>
              </a14:hiddenFill>
            </a:ext>
          </a:extLst>
        </p:spPr>
      </p:cxnSp>
      <p:sp>
        <p:nvSpPr>
          <p:cNvPr id="48" name="AutoShape 61">
            <a:extLst>
              <a:ext uri="{FF2B5EF4-FFF2-40B4-BE49-F238E27FC236}">
                <a16:creationId xmlns:a16="http://schemas.microsoft.com/office/drawing/2014/main" id="{9502799E-B131-4359-8877-7AD78F6FA777}"/>
              </a:ext>
            </a:extLst>
          </p:cNvPr>
          <p:cNvSpPr>
            <a:spLocks noChangeArrowheads="1"/>
          </p:cNvSpPr>
          <p:nvPr/>
        </p:nvSpPr>
        <p:spPr bwMode="auto">
          <a:xfrm>
            <a:off x="5791200" y="5486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9" name="Oval 62">
            <a:extLst>
              <a:ext uri="{FF2B5EF4-FFF2-40B4-BE49-F238E27FC236}">
                <a16:creationId xmlns:a16="http://schemas.microsoft.com/office/drawing/2014/main" id="{91A71F14-C587-4122-9CE5-B403D84912CE}"/>
              </a:ext>
            </a:extLst>
          </p:cNvPr>
          <p:cNvSpPr>
            <a:spLocks noChangeArrowheads="1"/>
          </p:cNvSpPr>
          <p:nvPr/>
        </p:nvSpPr>
        <p:spPr bwMode="auto">
          <a:xfrm>
            <a:off x="5943600" y="5638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0" name="Oval 63">
            <a:extLst>
              <a:ext uri="{FF2B5EF4-FFF2-40B4-BE49-F238E27FC236}">
                <a16:creationId xmlns:a16="http://schemas.microsoft.com/office/drawing/2014/main" id="{8838CC04-4E18-4046-AAD8-A230A803B279}"/>
              </a:ext>
            </a:extLst>
          </p:cNvPr>
          <p:cNvSpPr>
            <a:spLocks noChangeArrowheads="1"/>
          </p:cNvSpPr>
          <p:nvPr/>
        </p:nvSpPr>
        <p:spPr bwMode="auto">
          <a:xfrm>
            <a:off x="7543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 name="Oval 64">
            <a:extLst>
              <a:ext uri="{FF2B5EF4-FFF2-40B4-BE49-F238E27FC236}">
                <a16:creationId xmlns:a16="http://schemas.microsoft.com/office/drawing/2014/main" id="{22FD6DF7-7ACD-4994-B7CB-2F1D50D190B8}"/>
              </a:ext>
            </a:extLst>
          </p:cNvPr>
          <p:cNvSpPr>
            <a:spLocks noChangeArrowheads="1"/>
          </p:cNvSpPr>
          <p:nvPr/>
        </p:nvSpPr>
        <p:spPr bwMode="auto">
          <a:xfrm>
            <a:off x="7162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65">
            <a:extLst>
              <a:ext uri="{FF2B5EF4-FFF2-40B4-BE49-F238E27FC236}">
                <a16:creationId xmlns:a16="http://schemas.microsoft.com/office/drawing/2014/main" id="{67AD1DC2-6A57-4A22-A826-BEB4476E0D06}"/>
              </a:ext>
            </a:extLst>
          </p:cNvPr>
          <p:cNvSpPr>
            <a:spLocks noChangeArrowheads="1"/>
          </p:cNvSpPr>
          <p:nvPr/>
        </p:nvSpPr>
        <p:spPr bwMode="auto">
          <a:xfrm>
            <a:off x="6553200" y="556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3" name="Oval 66">
            <a:extLst>
              <a:ext uri="{FF2B5EF4-FFF2-40B4-BE49-F238E27FC236}">
                <a16:creationId xmlns:a16="http://schemas.microsoft.com/office/drawing/2014/main" id="{7BA99EDD-9404-41F3-9589-8A69B465AD0A}"/>
              </a:ext>
            </a:extLst>
          </p:cNvPr>
          <p:cNvSpPr>
            <a:spLocks noChangeArrowheads="1"/>
          </p:cNvSpPr>
          <p:nvPr/>
        </p:nvSpPr>
        <p:spPr bwMode="auto">
          <a:xfrm>
            <a:off x="6400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4" name="Oval 67">
            <a:extLst>
              <a:ext uri="{FF2B5EF4-FFF2-40B4-BE49-F238E27FC236}">
                <a16:creationId xmlns:a16="http://schemas.microsoft.com/office/drawing/2014/main" id="{508DBFD5-48E2-4321-BB2F-3B5A56979CE0}"/>
              </a:ext>
            </a:extLst>
          </p:cNvPr>
          <p:cNvSpPr>
            <a:spLocks noChangeArrowheads="1"/>
          </p:cNvSpPr>
          <p:nvPr/>
        </p:nvSpPr>
        <p:spPr bwMode="auto">
          <a:xfrm>
            <a:off x="6781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5" name="Text Box 68">
            <a:extLst>
              <a:ext uri="{FF2B5EF4-FFF2-40B4-BE49-F238E27FC236}">
                <a16:creationId xmlns:a16="http://schemas.microsoft.com/office/drawing/2014/main" id="{EC79E480-5218-49EF-9013-B1F881193F99}"/>
              </a:ext>
            </a:extLst>
          </p:cNvPr>
          <p:cNvSpPr txBox="1">
            <a:spLocks noChangeArrowheads="1"/>
          </p:cNvSpPr>
          <p:nvPr/>
        </p:nvSpPr>
        <p:spPr bwMode="auto">
          <a:xfrm>
            <a:off x="8153400" y="55768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56" name="Oval 69">
            <a:extLst>
              <a:ext uri="{FF2B5EF4-FFF2-40B4-BE49-F238E27FC236}">
                <a16:creationId xmlns:a16="http://schemas.microsoft.com/office/drawing/2014/main" id="{FEAD24B9-22B5-45E6-BBC1-4C04F5B73E37}"/>
              </a:ext>
            </a:extLst>
          </p:cNvPr>
          <p:cNvSpPr>
            <a:spLocks noChangeArrowheads="1"/>
          </p:cNvSpPr>
          <p:nvPr/>
        </p:nvSpPr>
        <p:spPr bwMode="auto">
          <a:xfrm>
            <a:off x="51816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7" name="Line 70">
            <a:extLst>
              <a:ext uri="{FF2B5EF4-FFF2-40B4-BE49-F238E27FC236}">
                <a16:creationId xmlns:a16="http://schemas.microsoft.com/office/drawing/2014/main" id="{DAF0D125-9654-4A1E-8AA0-74428E888C3F}"/>
              </a:ext>
            </a:extLst>
          </p:cNvPr>
          <p:cNvSpPr>
            <a:spLocks noChangeShapeType="1"/>
          </p:cNvSpPr>
          <p:nvPr/>
        </p:nvSpPr>
        <p:spPr bwMode="auto">
          <a:xfrm>
            <a:off x="4800600" y="5791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58" name="AutoShape 71">
            <a:extLst>
              <a:ext uri="{FF2B5EF4-FFF2-40B4-BE49-F238E27FC236}">
                <a16:creationId xmlns:a16="http://schemas.microsoft.com/office/drawing/2014/main" id="{59B573CE-81B9-408B-A0F5-388DC2C2EBD2}"/>
              </a:ext>
            </a:extLst>
          </p:cNvPr>
          <p:cNvCxnSpPr>
            <a:cxnSpLocks noChangeShapeType="1"/>
            <a:stCxn id="56" idx="6"/>
            <a:endCxn id="49" idx="2"/>
          </p:cNvCxnSpPr>
          <p:nvPr/>
        </p:nvCxnSpPr>
        <p:spPr bwMode="auto">
          <a:xfrm>
            <a:off x="5505450" y="5791200"/>
            <a:ext cx="4238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9" name="AutoShape 72">
            <a:extLst>
              <a:ext uri="{FF2B5EF4-FFF2-40B4-BE49-F238E27FC236}">
                <a16:creationId xmlns:a16="http://schemas.microsoft.com/office/drawing/2014/main" id="{9599D934-44F8-48DB-9FF1-1F0E6DD82460}"/>
              </a:ext>
            </a:extLst>
          </p:cNvPr>
          <p:cNvCxnSpPr>
            <a:cxnSpLocks noChangeShapeType="1"/>
            <a:stCxn id="51" idx="0"/>
            <a:endCxn id="49" idx="0"/>
          </p:cNvCxnSpPr>
          <p:nvPr/>
        </p:nvCxnSpPr>
        <p:spPr bwMode="auto">
          <a:xfrm rot="16200000" flipH="1" flipV="1">
            <a:off x="6703218" y="5012532"/>
            <a:ext cx="4763" cy="1219200"/>
          </a:xfrm>
          <a:prstGeom prst="curvedConnector3">
            <a:avLst>
              <a:gd name="adj1" fmla="val -860000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60" name="AutoShape 73">
            <a:extLst>
              <a:ext uri="{FF2B5EF4-FFF2-40B4-BE49-F238E27FC236}">
                <a16:creationId xmlns:a16="http://schemas.microsoft.com/office/drawing/2014/main" id="{5D8CF05C-2D1B-4FB0-B34A-09C3EAEE1765}"/>
              </a:ext>
            </a:extLst>
          </p:cNvPr>
          <p:cNvCxnSpPr>
            <a:cxnSpLocks noChangeShapeType="1"/>
            <a:stCxn id="50" idx="4"/>
            <a:endCxn id="49" idx="4"/>
          </p:cNvCxnSpPr>
          <p:nvPr/>
        </p:nvCxnSpPr>
        <p:spPr bwMode="auto">
          <a:xfrm rot="16200000" flipV="1">
            <a:off x="6893719" y="5160169"/>
            <a:ext cx="4762" cy="1600200"/>
          </a:xfrm>
          <a:prstGeom prst="curvedConnector3">
            <a:avLst>
              <a:gd name="adj1" fmla="val -893333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61" name="Text Box 74">
            <a:extLst>
              <a:ext uri="{FF2B5EF4-FFF2-40B4-BE49-F238E27FC236}">
                <a16:creationId xmlns:a16="http://schemas.microsoft.com/office/drawing/2014/main" id="{2FCB4312-0012-4445-BAB9-A0E215131E1A}"/>
              </a:ext>
            </a:extLst>
          </p:cNvPr>
          <p:cNvSpPr txBox="1">
            <a:spLocks noChangeArrowheads="1"/>
          </p:cNvSpPr>
          <p:nvPr/>
        </p:nvSpPr>
        <p:spPr bwMode="auto">
          <a:xfrm>
            <a:off x="5499100" y="54991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2" name="Text Box 75">
            <a:extLst>
              <a:ext uri="{FF2B5EF4-FFF2-40B4-BE49-F238E27FC236}">
                <a16:creationId xmlns:a16="http://schemas.microsoft.com/office/drawing/2014/main" id="{D1EBEF7C-4C57-4C92-A88B-179412ED3B72}"/>
              </a:ext>
            </a:extLst>
          </p:cNvPr>
          <p:cNvSpPr txBox="1">
            <a:spLocks noChangeArrowheads="1"/>
          </p:cNvSpPr>
          <p:nvPr/>
        </p:nvSpPr>
        <p:spPr bwMode="auto">
          <a:xfrm>
            <a:off x="6781800" y="60833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3" name="Text Box 76">
            <a:extLst>
              <a:ext uri="{FF2B5EF4-FFF2-40B4-BE49-F238E27FC236}">
                <a16:creationId xmlns:a16="http://schemas.microsoft.com/office/drawing/2014/main" id="{3CEC1035-D275-4B4C-A1ED-1A1E132FBDEA}"/>
              </a:ext>
            </a:extLst>
          </p:cNvPr>
          <p:cNvSpPr txBox="1">
            <a:spLocks noChangeArrowheads="1"/>
          </p:cNvSpPr>
          <p:nvPr/>
        </p:nvSpPr>
        <p:spPr bwMode="auto">
          <a:xfrm>
            <a:off x="6553200" y="51054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4" name="Oval 77">
            <a:extLst>
              <a:ext uri="{FF2B5EF4-FFF2-40B4-BE49-F238E27FC236}">
                <a16:creationId xmlns:a16="http://schemas.microsoft.com/office/drawing/2014/main" id="{AF8DBBDD-2168-49F2-A316-421698F38076}"/>
              </a:ext>
            </a:extLst>
          </p:cNvPr>
          <p:cNvSpPr>
            <a:spLocks noChangeArrowheads="1"/>
          </p:cNvSpPr>
          <p:nvPr/>
        </p:nvSpPr>
        <p:spPr bwMode="auto">
          <a:xfrm>
            <a:off x="5334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5" name="Oval 78">
            <a:extLst>
              <a:ext uri="{FF2B5EF4-FFF2-40B4-BE49-F238E27FC236}">
                <a16:creationId xmlns:a16="http://schemas.microsoft.com/office/drawing/2014/main" id="{72965A6A-6BB5-4154-BBA1-802DF4EA0D8A}"/>
              </a:ext>
            </a:extLst>
          </p:cNvPr>
          <p:cNvSpPr>
            <a:spLocks noChangeArrowheads="1"/>
          </p:cNvSpPr>
          <p:nvPr/>
        </p:nvSpPr>
        <p:spPr bwMode="auto">
          <a:xfrm>
            <a:off x="5715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6" name="Line 115">
            <a:extLst>
              <a:ext uri="{FF2B5EF4-FFF2-40B4-BE49-F238E27FC236}">
                <a16:creationId xmlns:a16="http://schemas.microsoft.com/office/drawing/2014/main" id="{E75E861B-09D8-4C38-B4A2-F44191117D86}"/>
              </a:ext>
            </a:extLst>
          </p:cNvPr>
          <p:cNvSpPr>
            <a:spLocks noChangeShapeType="1"/>
          </p:cNvSpPr>
          <p:nvPr/>
        </p:nvSpPr>
        <p:spPr bwMode="auto">
          <a:xfrm>
            <a:off x="6553200" y="4267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7" name="Line 116">
            <a:extLst>
              <a:ext uri="{FF2B5EF4-FFF2-40B4-BE49-F238E27FC236}">
                <a16:creationId xmlns:a16="http://schemas.microsoft.com/office/drawing/2014/main" id="{FC8A4923-CFC6-47EE-A025-B9D27ACC9DC8}"/>
              </a:ext>
            </a:extLst>
          </p:cNvPr>
          <p:cNvSpPr>
            <a:spLocks noChangeShapeType="1"/>
          </p:cNvSpPr>
          <p:nvPr/>
        </p:nvSpPr>
        <p:spPr bwMode="auto">
          <a:xfrm>
            <a:off x="5410200" y="1905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8" name="Line 117">
            <a:extLst>
              <a:ext uri="{FF2B5EF4-FFF2-40B4-BE49-F238E27FC236}">
                <a16:creationId xmlns:a16="http://schemas.microsoft.com/office/drawing/2014/main" id="{105A729C-4EF2-45E6-9294-0F8EADDF6A77}"/>
              </a:ext>
            </a:extLst>
          </p:cNvPr>
          <p:cNvSpPr>
            <a:spLocks noChangeShapeType="1"/>
          </p:cNvSpPr>
          <p:nvPr/>
        </p:nvSpPr>
        <p:spPr bwMode="auto">
          <a:xfrm>
            <a:off x="5410200" y="2667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9" name="Line 70">
            <a:extLst>
              <a:ext uri="{FF2B5EF4-FFF2-40B4-BE49-F238E27FC236}">
                <a16:creationId xmlns:a16="http://schemas.microsoft.com/office/drawing/2014/main" id="{E22ED1B4-F63B-4CAB-834A-CEE56D2479BF}"/>
              </a:ext>
            </a:extLst>
          </p:cNvPr>
          <p:cNvSpPr>
            <a:spLocks noChangeShapeType="1"/>
          </p:cNvSpPr>
          <p:nvPr/>
        </p:nvSpPr>
        <p:spPr bwMode="auto">
          <a:xfrm>
            <a:off x="4343400" y="2227613"/>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14170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6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8"/>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46"/>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5"/>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66"/>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P spid="25" grpId="0"/>
      <p:bldP spid="26" grpId="0" animBg="1"/>
      <p:bldP spid="28" grpId="0"/>
      <p:bldP spid="29" grpId="0"/>
      <p:bldP spid="30" grpId="0" animBg="1"/>
      <p:bldP spid="36" grpId="0" animBg="1"/>
      <p:bldP spid="37" grpId="0" animBg="1"/>
      <p:bldP spid="38" grpId="0" animBg="1"/>
      <p:bldP spid="39" grpId="0" animBg="1"/>
      <p:bldP spid="40" grpId="0" animBg="1"/>
      <p:bldP spid="41" grpId="0"/>
      <p:bldP spid="42" grpId="0"/>
      <p:bldP spid="43" grpId="0" animBg="1"/>
      <p:bldP spid="45" grpId="0" animBg="1"/>
      <p:bldP spid="45" grpId="1" animBg="1"/>
      <p:bldP spid="46" grpId="0" animBg="1"/>
      <p:bldP spid="46" grpId="1" animBg="1"/>
      <p:bldP spid="48" grpId="0" animBg="1"/>
      <p:bldP spid="49" grpId="0" animBg="1"/>
      <p:bldP spid="50" grpId="0" animBg="1"/>
      <p:bldP spid="51" grpId="0" animBg="1"/>
      <p:bldP spid="52" grpId="0" animBg="1"/>
      <p:bldP spid="53" grpId="0" animBg="1"/>
      <p:bldP spid="54" grpId="0" animBg="1"/>
      <p:bldP spid="55" grpId="0"/>
      <p:bldP spid="56" grpId="0" animBg="1"/>
      <p:bldP spid="61" grpId="0"/>
      <p:bldP spid="62" grpId="0"/>
      <p:bldP spid="63" grpId="0"/>
      <p:bldP spid="64" grpId="0" animBg="1"/>
      <p:bldP spid="6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5EDB34-1CAA-44A1-A2CC-270D733E4DB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4323F28-6847-4C92-9949-A7FE4AB2F4EE}"/>
              </a:ext>
            </a:extLst>
          </p:cNvPr>
          <p:cNvSpPr>
            <a:spLocks noGrp="1"/>
          </p:cNvSpPr>
          <p:nvPr>
            <p:ph type="body" sz="quarter" idx="12"/>
          </p:nvPr>
        </p:nvSpPr>
        <p:spPr/>
        <p:txBody>
          <a:bodyPr/>
          <a:lstStyle/>
          <a:p>
            <a:r>
              <a:rPr lang="en-US" sz="3200" dirty="0">
                <a:sym typeface="Symbol" pitchFamily="18" charset="2"/>
              </a:rPr>
              <a:t>Converting a regular expression to an NFA</a:t>
            </a:r>
            <a:endParaRPr lang="en-US" sz="3200" dirty="0"/>
          </a:p>
        </p:txBody>
      </p:sp>
      <p:sp>
        <p:nvSpPr>
          <p:cNvPr id="4" name="Rectangle 3">
            <a:extLst>
              <a:ext uri="{FF2B5EF4-FFF2-40B4-BE49-F238E27FC236}">
                <a16:creationId xmlns:a16="http://schemas.microsoft.com/office/drawing/2014/main" id="{9FFC1B2D-71DC-482E-A1CF-F97CE5B954E1}"/>
              </a:ext>
            </a:extLst>
          </p:cNvPr>
          <p:cNvSpPr txBox="1">
            <a:spLocks noChangeArrowheads="1"/>
          </p:cNvSpPr>
          <p:nvPr/>
        </p:nvSpPr>
        <p:spPr>
          <a:xfrm>
            <a:off x="152400" y="5430264"/>
            <a:ext cx="8839200" cy="6096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ctr">
              <a:buFontTx/>
              <a:buNone/>
            </a:pPr>
            <a:r>
              <a:rPr lang="en-US" altLang="en-US" sz="2800"/>
              <a:t>Building an NFA from regular expression: (</a:t>
            </a:r>
            <a:r>
              <a:rPr lang="en-US" altLang="en-US" sz="2800" i="1"/>
              <a:t>a</a:t>
            </a:r>
            <a:r>
              <a:rPr lang="en-US" altLang="en-US" sz="2800">
                <a:sym typeface="Symbol" panose="05050102010706020507" pitchFamily="18" charset="2"/>
              </a:rPr>
              <a:t></a:t>
            </a:r>
            <a:r>
              <a:rPr lang="en-US" altLang="en-US" sz="2800" i="1">
                <a:sym typeface="Symbol" panose="05050102010706020507" pitchFamily="18" charset="2"/>
              </a:rPr>
              <a:t>b</a:t>
            </a:r>
            <a:r>
              <a:rPr lang="en-US" altLang="en-US" sz="2800">
                <a:sym typeface="Symbol" panose="05050102010706020507" pitchFamily="18" charset="2"/>
              </a:rPr>
              <a:t>)*</a:t>
            </a:r>
            <a:r>
              <a:rPr lang="en-US" altLang="en-US" sz="2800" i="1">
                <a:sym typeface="Symbol" panose="05050102010706020507" pitchFamily="18" charset="2"/>
              </a:rPr>
              <a:t>aba</a:t>
            </a:r>
          </a:p>
        </p:txBody>
      </p:sp>
      <p:sp>
        <p:nvSpPr>
          <p:cNvPr id="5" name="Oval 5">
            <a:extLst>
              <a:ext uri="{FF2B5EF4-FFF2-40B4-BE49-F238E27FC236}">
                <a16:creationId xmlns:a16="http://schemas.microsoft.com/office/drawing/2014/main" id="{83039C54-FB29-4C27-A1A0-C0F3352A95DC}"/>
              </a:ext>
            </a:extLst>
          </p:cNvPr>
          <p:cNvSpPr>
            <a:spLocks noChangeArrowheads="1"/>
          </p:cNvSpPr>
          <p:nvPr/>
        </p:nvSpPr>
        <p:spPr bwMode="auto">
          <a:xfrm>
            <a:off x="5029200" y="20774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6" name="AutoShape 6">
            <a:extLst>
              <a:ext uri="{FF2B5EF4-FFF2-40B4-BE49-F238E27FC236}">
                <a16:creationId xmlns:a16="http://schemas.microsoft.com/office/drawing/2014/main" id="{AA887EE2-D7E0-410F-8676-1924D212944B}"/>
              </a:ext>
            </a:extLst>
          </p:cNvPr>
          <p:cNvCxnSpPr>
            <a:cxnSpLocks noChangeShapeType="1"/>
            <a:stCxn id="7" idx="6"/>
            <a:endCxn id="5" idx="2"/>
          </p:cNvCxnSpPr>
          <p:nvPr/>
        </p:nvCxnSpPr>
        <p:spPr bwMode="auto">
          <a:xfrm>
            <a:off x="4357688" y="23060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 name="Oval 4">
            <a:extLst>
              <a:ext uri="{FF2B5EF4-FFF2-40B4-BE49-F238E27FC236}">
                <a16:creationId xmlns:a16="http://schemas.microsoft.com/office/drawing/2014/main" id="{033614B2-0032-45DA-8B7D-9E6BB481A2F0}"/>
              </a:ext>
            </a:extLst>
          </p:cNvPr>
          <p:cNvSpPr>
            <a:spLocks noChangeArrowheads="1"/>
          </p:cNvSpPr>
          <p:nvPr/>
        </p:nvSpPr>
        <p:spPr bwMode="auto">
          <a:xfrm>
            <a:off x="3886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Line 7">
            <a:extLst>
              <a:ext uri="{FF2B5EF4-FFF2-40B4-BE49-F238E27FC236}">
                <a16:creationId xmlns:a16="http://schemas.microsoft.com/office/drawing/2014/main" id="{A02AC247-BB0E-4FCD-97C3-FD58E64C196F}"/>
              </a:ext>
            </a:extLst>
          </p:cNvPr>
          <p:cNvSpPr>
            <a:spLocks noChangeShapeType="1"/>
          </p:cNvSpPr>
          <p:nvPr/>
        </p:nvSpPr>
        <p:spPr bwMode="auto">
          <a:xfrm>
            <a:off x="3581400" y="23060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 name="Oval 9">
            <a:extLst>
              <a:ext uri="{FF2B5EF4-FFF2-40B4-BE49-F238E27FC236}">
                <a16:creationId xmlns:a16="http://schemas.microsoft.com/office/drawing/2014/main" id="{59E66456-B137-4A19-AE7F-70C481A82DBF}"/>
              </a:ext>
            </a:extLst>
          </p:cNvPr>
          <p:cNvSpPr>
            <a:spLocks noChangeArrowheads="1"/>
          </p:cNvSpPr>
          <p:nvPr/>
        </p:nvSpPr>
        <p:spPr bwMode="auto">
          <a:xfrm>
            <a:off x="5029200" y="30680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0" name="AutoShape 10">
            <a:extLst>
              <a:ext uri="{FF2B5EF4-FFF2-40B4-BE49-F238E27FC236}">
                <a16:creationId xmlns:a16="http://schemas.microsoft.com/office/drawing/2014/main" id="{1EA68958-8B0B-4315-98C5-4294931033EA}"/>
              </a:ext>
            </a:extLst>
          </p:cNvPr>
          <p:cNvCxnSpPr>
            <a:cxnSpLocks noChangeShapeType="1"/>
            <a:stCxn id="11" idx="6"/>
            <a:endCxn id="9" idx="2"/>
          </p:cNvCxnSpPr>
          <p:nvPr/>
        </p:nvCxnSpPr>
        <p:spPr bwMode="auto">
          <a:xfrm>
            <a:off x="4357688" y="32966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1" name="Oval 11">
            <a:extLst>
              <a:ext uri="{FF2B5EF4-FFF2-40B4-BE49-F238E27FC236}">
                <a16:creationId xmlns:a16="http://schemas.microsoft.com/office/drawing/2014/main" id="{DB3B1059-31A2-4DB4-A376-8B8B81CEE3E9}"/>
              </a:ext>
            </a:extLst>
          </p:cNvPr>
          <p:cNvSpPr>
            <a:spLocks noChangeArrowheads="1"/>
          </p:cNvSpPr>
          <p:nvPr/>
        </p:nvSpPr>
        <p:spPr bwMode="auto">
          <a:xfrm>
            <a:off x="3886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Line 12">
            <a:extLst>
              <a:ext uri="{FF2B5EF4-FFF2-40B4-BE49-F238E27FC236}">
                <a16:creationId xmlns:a16="http://schemas.microsoft.com/office/drawing/2014/main" id="{FD790BBF-0C40-4567-B3AF-7367FF801937}"/>
              </a:ext>
            </a:extLst>
          </p:cNvPr>
          <p:cNvSpPr>
            <a:spLocks noChangeShapeType="1"/>
          </p:cNvSpPr>
          <p:nvPr/>
        </p:nvSpPr>
        <p:spPr bwMode="auto">
          <a:xfrm>
            <a:off x="3581400" y="32966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3">
            <a:extLst>
              <a:ext uri="{FF2B5EF4-FFF2-40B4-BE49-F238E27FC236}">
                <a16:creationId xmlns:a16="http://schemas.microsoft.com/office/drawing/2014/main" id="{BDD1E0D9-4595-4F96-BF01-3C1635D440B0}"/>
              </a:ext>
            </a:extLst>
          </p:cNvPr>
          <p:cNvSpPr txBox="1">
            <a:spLocks noChangeArrowheads="1"/>
          </p:cNvSpPr>
          <p:nvPr/>
        </p:nvSpPr>
        <p:spPr bwMode="auto">
          <a:xfrm>
            <a:off x="4495800" y="2001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14" name="Text Box 15">
            <a:extLst>
              <a:ext uri="{FF2B5EF4-FFF2-40B4-BE49-F238E27FC236}">
                <a16:creationId xmlns:a16="http://schemas.microsoft.com/office/drawing/2014/main" id="{D1F156E8-477F-4273-BD17-B08603C3D768}"/>
              </a:ext>
            </a:extLst>
          </p:cNvPr>
          <p:cNvSpPr txBox="1">
            <a:spLocks noChangeArrowheads="1"/>
          </p:cNvSpPr>
          <p:nvPr/>
        </p:nvSpPr>
        <p:spPr bwMode="auto">
          <a:xfrm>
            <a:off x="4457700" y="2980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15" name="Text Box 16">
            <a:extLst>
              <a:ext uri="{FF2B5EF4-FFF2-40B4-BE49-F238E27FC236}">
                <a16:creationId xmlns:a16="http://schemas.microsoft.com/office/drawing/2014/main" id="{5665D0B7-9D4C-4DB2-8063-E3F1E7E736D8}"/>
              </a:ext>
            </a:extLst>
          </p:cNvPr>
          <p:cNvSpPr txBox="1">
            <a:spLocks noChangeArrowheads="1"/>
          </p:cNvSpPr>
          <p:nvPr/>
        </p:nvSpPr>
        <p:spPr bwMode="auto">
          <a:xfrm>
            <a:off x="1028700" y="2102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a:t>
            </a:r>
          </a:p>
        </p:txBody>
      </p:sp>
      <p:sp>
        <p:nvSpPr>
          <p:cNvPr id="16" name="Text Box 17">
            <a:extLst>
              <a:ext uri="{FF2B5EF4-FFF2-40B4-BE49-F238E27FC236}">
                <a16:creationId xmlns:a16="http://schemas.microsoft.com/office/drawing/2014/main" id="{E4E31FA6-7C1C-475F-B2B3-E77417947E6E}"/>
              </a:ext>
            </a:extLst>
          </p:cNvPr>
          <p:cNvSpPr txBox="1">
            <a:spLocks noChangeArrowheads="1"/>
          </p:cNvSpPr>
          <p:nvPr/>
        </p:nvSpPr>
        <p:spPr bwMode="auto">
          <a:xfrm>
            <a:off x="990600" y="3082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b</a:t>
            </a:r>
          </a:p>
        </p:txBody>
      </p:sp>
      <p:sp>
        <p:nvSpPr>
          <p:cNvPr id="17" name="Text Box 18">
            <a:extLst>
              <a:ext uri="{FF2B5EF4-FFF2-40B4-BE49-F238E27FC236}">
                <a16:creationId xmlns:a16="http://schemas.microsoft.com/office/drawing/2014/main" id="{00952FEF-A92F-4D9E-8CF4-1B58E382D97A}"/>
              </a:ext>
            </a:extLst>
          </p:cNvPr>
          <p:cNvSpPr txBox="1">
            <a:spLocks noChangeArrowheads="1"/>
          </p:cNvSpPr>
          <p:nvPr/>
        </p:nvSpPr>
        <p:spPr bwMode="auto">
          <a:xfrm>
            <a:off x="609600" y="2534664"/>
            <a:ext cx="685800" cy="366713"/>
          </a:xfrm>
          <a:prstGeom prst="rect">
            <a:avLst/>
          </a:prstGeom>
          <a:noFill/>
          <a:ln w="28575">
            <a:noFill/>
            <a:miter lim="800000"/>
            <a:headEnd/>
            <a:tailEnd type="none" w="lg" len="med"/>
          </a:ln>
          <a:effectLst/>
        </p:spPr>
        <p:txBody>
          <a:bodyPr>
            <a:spAutoFit/>
          </a:bodyPr>
          <a:lstStyle/>
          <a:p>
            <a:pPr>
              <a:spcBef>
                <a:spcPct val="50000"/>
              </a:spcBef>
              <a:defRPr/>
            </a:pP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18" name="Oval 19">
            <a:extLst>
              <a:ext uri="{FF2B5EF4-FFF2-40B4-BE49-F238E27FC236}">
                <a16:creationId xmlns:a16="http://schemas.microsoft.com/office/drawing/2014/main" id="{33DCC857-0012-4B90-9FC0-BD7B8C2187B4}"/>
              </a:ext>
            </a:extLst>
          </p:cNvPr>
          <p:cNvSpPr>
            <a:spLocks noChangeArrowheads="1"/>
          </p:cNvSpPr>
          <p:nvPr/>
        </p:nvSpPr>
        <p:spPr bwMode="auto">
          <a:xfrm>
            <a:off x="31369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9" name="AutoShape 20">
            <a:extLst>
              <a:ext uri="{FF2B5EF4-FFF2-40B4-BE49-F238E27FC236}">
                <a16:creationId xmlns:a16="http://schemas.microsoft.com/office/drawing/2014/main" id="{47797957-7FCE-49CA-A04E-2EA16130A622}"/>
              </a:ext>
            </a:extLst>
          </p:cNvPr>
          <p:cNvCxnSpPr>
            <a:cxnSpLocks noChangeShapeType="1"/>
            <a:stCxn id="18" idx="7"/>
            <a:endCxn id="8" idx="1"/>
          </p:cNvCxnSpPr>
          <p:nvPr/>
        </p:nvCxnSpPr>
        <p:spPr bwMode="auto">
          <a:xfrm flipV="1">
            <a:off x="3527425" y="2320352"/>
            <a:ext cx="358775" cy="2667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0" name="AutoShape 21">
            <a:extLst>
              <a:ext uri="{FF2B5EF4-FFF2-40B4-BE49-F238E27FC236}">
                <a16:creationId xmlns:a16="http://schemas.microsoft.com/office/drawing/2014/main" id="{A35887F0-D084-47CB-BAC0-A786EC979132}"/>
              </a:ext>
            </a:extLst>
          </p:cNvPr>
          <p:cNvCxnSpPr>
            <a:cxnSpLocks noChangeShapeType="1"/>
            <a:stCxn id="18" idx="5"/>
            <a:endCxn id="12" idx="1"/>
          </p:cNvCxnSpPr>
          <p:nvPr/>
        </p:nvCxnSpPr>
        <p:spPr bwMode="auto">
          <a:xfrm>
            <a:off x="3527425" y="2939477"/>
            <a:ext cx="358775" cy="37147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Text Box 22">
            <a:extLst>
              <a:ext uri="{FF2B5EF4-FFF2-40B4-BE49-F238E27FC236}">
                <a16:creationId xmlns:a16="http://schemas.microsoft.com/office/drawing/2014/main" id="{79C09651-1E1D-4779-AB22-02229B2D48D1}"/>
              </a:ext>
            </a:extLst>
          </p:cNvPr>
          <p:cNvSpPr txBox="1">
            <a:spLocks noChangeArrowheads="1"/>
          </p:cNvSpPr>
          <p:nvPr/>
        </p:nvSpPr>
        <p:spPr bwMode="auto">
          <a:xfrm>
            <a:off x="3378200" y="2890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2" name="Text Box 23">
            <a:extLst>
              <a:ext uri="{FF2B5EF4-FFF2-40B4-BE49-F238E27FC236}">
                <a16:creationId xmlns:a16="http://schemas.microsoft.com/office/drawing/2014/main" id="{961451C3-EA5B-41EB-BFD9-63318F89448B}"/>
              </a:ext>
            </a:extLst>
          </p:cNvPr>
          <p:cNvSpPr txBox="1">
            <a:spLocks noChangeArrowheads="1"/>
          </p:cNvSpPr>
          <p:nvPr/>
        </p:nvSpPr>
        <p:spPr bwMode="auto">
          <a:xfrm>
            <a:off x="3429000" y="2229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3" name="Line 24">
            <a:extLst>
              <a:ext uri="{FF2B5EF4-FFF2-40B4-BE49-F238E27FC236}">
                <a16:creationId xmlns:a16="http://schemas.microsoft.com/office/drawing/2014/main" id="{94506341-861F-4833-ADB6-1DA206921A92}"/>
              </a:ext>
            </a:extLst>
          </p:cNvPr>
          <p:cNvSpPr>
            <a:spLocks noChangeShapeType="1"/>
          </p:cNvSpPr>
          <p:nvPr/>
        </p:nvSpPr>
        <p:spPr bwMode="auto">
          <a:xfrm>
            <a:off x="2819400" y="27632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Text Box 25">
            <a:extLst>
              <a:ext uri="{FF2B5EF4-FFF2-40B4-BE49-F238E27FC236}">
                <a16:creationId xmlns:a16="http://schemas.microsoft.com/office/drawing/2014/main" id="{FC06B57B-3139-4A60-A233-568399849C0F}"/>
              </a:ext>
            </a:extLst>
          </p:cNvPr>
          <p:cNvSpPr txBox="1">
            <a:spLocks noChangeArrowheads="1"/>
          </p:cNvSpPr>
          <p:nvPr/>
        </p:nvSpPr>
        <p:spPr bwMode="auto">
          <a:xfrm>
            <a:off x="533400" y="2534664"/>
            <a:ext cx="990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25" name="Oval 26">
            <a:extLst>
              <a:ext uri="{FF2B5EF4-FFF2-40B4-BE49-F238E27FC236}">
                <a16:creationId xmlns:a16="http://schemas.microsoft.com/office/drawing/2014/main" id="{BFEF8721-82B5-4665-8345-C50CE56B3681}"/>
              </a:ext>
            </a:extLst>
          </p:cNvPr>
          <p:cNvSpPr>
            <a:spLocks noChangeArrowheads="1"/>
          </p:cNvSpPr>
          <p:nvPr/>
        </p:nvSpPr>
        <p:spPr bwMode="auto">
          <a:xfrm>
            <a:off x="2209800" y="25473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6" name="Line 27">
            <a:extLst>
              <a:ext uri="{FF2B5EF4-FFF2-40B4-BE49-F238E27FC236}">
                <a16:creationId xmlns:a16="http://schemas.microsoft.com/office/drawing/2014/main" id="{2E48587F-4080-4ED8-B9F9-F91C4C213F18}"/>
              </a:ext>
            </a:extLst>
          </p:cNvPr>
          <p:cNvSpPr>
            <a:spLocks noChangeShapeType="1"/>
          </p:cNvSpPr>
          <p:nvPr/>
        </p:nvSpPr>
        <p:spPr bwMode="auto">
          <a:xfrm>
            <a:off x="1825625" y="27759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27" name="AutoShape 28">
            <a:extLst>
              <a:ext uri="{FF2B5EF4-FFF2-40B4-BE49-F238E27FC236}">
                <a16:creationId xmlns:a16="http://schemas.microsoft.com/office/drawing/2014/main" id="{AC101222-42DC-451F-B6EE-5BC057D95EF6}"/>
              </a:ext>
            </a:extLst>
          </p:cNvPr>
          <p:cNvCxnSpPr>
            <a:cxnSpLocks noChangeShapeType="1"/>
          </p:cNvCxnSpPr>
          <p:nvPr/>
        </p:nvCxnSpPr>
        <p:spPr bwMode="auto">
          <a:xfrm>
            <a:off x="2686050" y="2763264"/>
            <a:ext cx="43815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8" name="AutoShape 29">
            <a:extLst>
              <a:ext uri="{FF2B5EF4-FFF2-40B4-BE49-F238E27FC236}">
                <a16:creationId xmlns:a16="http://schemas.microsoft.com/office/drawing/2014/main" id="{D7837CC3-A21F-4838-ADCB-83C0C26A4B65}"/>
              </a:ext>
            </a:extLst>
          </p:cNvPr>
          <p:cNvCxnSpPr>
            <a:cxnSpLocks noChangeShapeType="1"/>
            <a:stCxn id="5" idx="0"/>
            <a:endCxn id="18" idx="0"/>
          </p:cNvCxnSpPr>
          <p:nvPr/>
        </p:nvCxnSpPr>
        <p:spPr bwMode="auto">
          <a:xfrm rot="16200000" flipH="1" flipV="1">
            <a:off x="4080668" y="1343246"/>
            <a:ext cx="461963" cy="1892300"/>
          </a:xfrm>
          <a:prstGeom prst="curvedConnector3">
            <a:avLst>
              <a:gd name="adj1" fmla="val -4536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9" name="AutoShape 30">
            <a:extLst>
              <a:ext uri="{FF2B5EF4-FFF2-40B4-BE49-F238E27FC236}">
                <a16:creationId xmlns:a16="http://schemas.microsoft.com/office/drawing/2014/main" id="{E316CE99-FCB7-48B4-AF70-BA65B4298651}"/>
              </a:ext>
            </a:extLst>
          </p:cNvPr>
          <p:cNvCxnSpPr>
            <a:cxnSpLocks noChangeShapeType="1"/>
            <a:stCxn id="9" idx="4"/>
            <a:endCxn id="18" idx="4"/>
          </p:cNvCxnSpPr>
          <p:nvPr/>
        </p:nvCxnSpPr>
        <p:spPr bwMode="auto">
          <a:xfrm rot="16200000" flipV="1">
            <a:off x="4042569" y="2329083"/>
            <a:ext cx="538162" cy="1892300"/>
          </a:xfrm>
          <a:prstGeom prst="curvedConnector3">
            <a:avLst>
              <a:gd name="adj1" fmla="val -38940"/>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30" name="Text Box 31">
            <a:extLst>
              <a:ext uri="{FF2B5EF4-FFF2-40B4-BE49-F238E27FC236}">
                <a16:creationId xmlns:a16="http://schemas.microsoft.com/office/drawing/2014/main" id="{17FAD116-39ED-445C-B511-9F53A9D0FBB8}"/>
              </a:ext>
            </a:extLst>
          </p:cNvPr>
          <p:cNvSpPr txBox="1">
            <a:spLocks noChangeArrowheads="1"/>
          </p:cNvSpPr>
          <p:nvPr/>
        </p:nvSpPr>
        <p:spPr bwMode="auto">
          <a:xfrm>
            <a:off x="4191000" y="363321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1" name="Text Box 32">
            <a:extLst>
              <a:ext uri="{FF2B5EF4-FFF2-40B4-BE49-F238E27FC236}">
                <a16:creationId xmlns:a16="http://schemas.microsoft.com/office/drawing/2014/main" id="{9D2C1F91-0CBB-4321-AE14-B6F3A40754F9}"/>
              </a:ext>
            </a:extLst>
          </p:cNvPr>
          <p:cNvSpPr txBox="1">
            <a:spLocks noChangeArrowheads="1"/>
          </p:cNvSpPr>
          <p:nvPr/>
        </p:nvSpPr>
        <p:spPr bwMode="auto">
          <a:xfrm>
            <a:off x="4114800" y="1534539"/>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2" name="Text Box 33">
            <a:extLst>
              <a:ext uri="{FF2B5EF4-FFF2-40B4-BE49-F238E27FC236}">
                <a16:creationId xmlns:a16="http://schemas.microsoft.com/office/drawing/2014/main" id="{0F383645-38A3-4987-A955-C6E818482F62}"/>
              </a:ext>
            </a:extLst>
          </p:cNvPr>
          <p:cNvSpPr txBox="1">
            <a:spLocks noChangeArrowheads="1"/>
          </p:cNvSpPr>
          <p:nvPr/>
        </p:nvSpPr>
        <p:spPr bwMode="auto">
          <a:xfrm>
            <a:off x="685800" y="451586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aba</a:t>
            </a:r>
          </a:p>
        </p:txBody>
      </p:sp>
      <p:sp>
        <p:nvSpPr>
          <p:cNvPr id="33" name="Oval 34">
            <a:extLst>
              <a:ext uri="{FF2B5EF4-FFF2-40B4-BE49-F238E27FC236}">
                <a16:creationId xmlns:a16="http://schemas.microsoft.com/office/drawing/2014/main" id="{F538B1D5-76B5-41CF-B52E-067AD3D441EB}"/>
              </a:ext>
            </a:extLst>
          </p:cNvPr>
          <p:cNvSpPr>
            <a:spLocks noChangeArrowheads="1"/>
          </p:cNvSpPr>
          <p:nvPr/>
        </p:nvSpPr>
        <p:spPr bwMode="auto">
          <a:xfrm>
            <a:off x="3124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5">
            <a:extLst>
              <a:ext uri="{FF2B5EF4-FFF2-40B4-BE49-F238E27FC236}">
                <a16:creationId xmlns:a16="http://schemas.microsoft.com/office/drawing/2014/main" id="{D5A17248-B931-4E15-A538-8EEF80CB8A53}"/>
              </a:ext>
            </a:extLst>
          </p:cNvPr>
          <p:cNvSpPr>
            <a:spLocks noChangeArrowheads="1"/>
          </p:cNvSpPr>
          <p:nvPr/>
        </p:nvSpPr>
        <p:spPr bwMode="auto">
          <a:xfrm>
            <a:off x="41910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6">
            <a:extLst>
              <a:ext uri="{FF2B5EF4-FFF2-40B4-BE49-F238E27FC236}">
                <a16:creationId xmlns:a16="http://schemas.microsoft.com/office/drawing/2014/main" id="{914C1FC9-AEF5-413C-BC13-32D9E876F3E3}"/>
              </a:ext>
            </a:extLst>
          </p:cNvPr>
          <p:cNvSpPr>
            <a:spLocks noChangeArrowheads="1"/>
          </p:cNvSpPr>
          <p:nvPr/>
        </p:nvSpPr>
        <p:spPr bwMode="auto">
          <a:xfrm>
            <a:off x="51816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 name="Oval 37">
            <a:extLst>
              <a:ext uri="{FF2B5EF4-FFF2-40B4-BE49-F238E27FC236}">
                <a16:creationId xmlns:a16="http://schemas.microsoft.com/office/drawing/2014/main" id="{E8CBC14B-C8FC-4F83-BFE6-6498182D1B07}"/>
              </a:ext>
            </a:extLst>
          </p:cNvPr>
          <p:cNvSpPr>
            <a:spLocks noChangeArrowheads="1"/>
          </p:cNvSpPr>
          <p:nvPr/>
        </p:nvSpPr>
        <p:spPr bwMode="auto">
          <a:xfrm>
            <a:off x="62484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8">
            <a:extLst>
              <a:ext uri="{FF2B5EF4-FFF2-40B4-BE49-F238E27FC236}">
                <a16:creationId xmlns:a16="http://schemas.microsoft.com/office/drawing/2014/main" id="{56753878-303A-43DA-A2FA-36BADB4508F1}"/>
              </a:ext>
            </a:extLst>
          </p:cNvPr>
          <p:cNvSpPr>
            <a:spLocks noChangeArrowheads="1"/>
          </p:cNvSpPr>
          <p:nvPr/>
        </p:nvSpPr>
        <p:spPr bwMode="auto">
          <a:xfrm>
            <a:off x="7315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39">
            <a:extLst>
              <a:ext uri="{FF2B5EF4-FFF2-40B4-BE49-F238E27FC236}">
                <a16:creationId xmlns:a16="http://schemas.microsoft.com/office/drawing/2014/main" id="{F61E59E5-CD0F-4745-AA88-C4EACB924C63}"/>
              </a:ext>
            </a:extLst>
          </p:cNvPr>
          <p:cNvSpPr>
            <a:spLocks noChangeArrowheads="1"/>
          </p:cNvSpPr>
          <p:nvPr/>
        </p:nvSpPr>
        <p:spPr bwMode="auto">
          <a:xfrm>
            <a:off x="8382000" y="45158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39" name="AutoShape 40">
            <a:extLst>
              <a:ext uri="{FF2B5EF4-FFF2-40B4-BE49-F238E27FC236}">
                <a16:creationId xmlns:a16="http://schemas.microsoft.com/office/drawing/2014/main" id="{136AB644-1123-4D29-974C-BE60BABA14BE}"/>
              </a:ext>
            </a:extLst>
          </p:cNvPr>
          <p:cNvCxnSpPr>
            <a:cxnSpLocks noChangeShapeType="1"/>
            <a:stCxn id="33" idx="6"/>
            <a:endCxn id="34" idx="2"/>
          </p:cNvCxnSpPr>
          <p:nvPr/>
        </p:nvCxnSpPr>
        <p:spPr bwMode="auto">
          <a:xfrm>
            <a:off x="35956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0" name="AutoShape 41">
            <a:extLst>
              <a:ext uri="{FF2B5EF4-FFF2-40B4-BE49-F238E27FC236}">
                <a16:creationId xmlns:a16="http://schemas.microsoft.com/office/drawing/2014/main" id="{C66C26F0-2863-4A68-BB9F-64E797091B12}"/>
              </a:ext>
            </a:extLst>
          </p:cNvPr>
          <p:cNvCxnSpPr>
            <a:cxnSpLocks noChangeShapeType="1"/>
            <a:stCxn id="34" idx="6"/>
            <a:endCxn id="35" idx="2"/>
          </p:cNvCxnSpPr>
          <p:nvPr/>
        </p:nvCxnSpPr>
        <p:spPr bwMode="auto">
          <a:xfrm>
            <a:off x="4662488" y="4744464"/>
            <a:ext cx="5048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1" name="AutoShape 42">
            <a:extLst>
              <a:ext uri="{FF2B5EF4-FFF2-40B4-BE49-F238E27FC236}">
                <a16:creationId xmlns:a16="http://schemas.microsoft.com/office/drawing/2014/main" id="{B4627684-090B-4607-BFD5-79C4BCBF3E6A}"/>
              </a:ext>
            </a:extLst>
          </p:cNvPr>
          <p:cNvCxnSpPr>
            <a:cxnSpLocks noChangeShapeType="1"/>
            <a:stCxn id="35" idx="6"/>
            <a:endCxn id="36" idx="2"/>
          </p:cNvCxnSpPr>
          <p:nvPr/>
        </p:nvCxnSpPr>
        <p:spPr bwMode="auto">
          <a:xfrm>
            <a:off x="56530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2" name="AutoShape 43">
            <a:extLst>
              <a:ext uri="{FF2B5EF4-FFF2-40B4-BE49-F238E27FC236}">
                <a16:creationId xmlns:a16="http://schemas.microsoft.com/office/drawing/2014/main" id="{9850744C-23E7-4375-B5B4-ACAFB6C0B5DA}"/>
              </a:ext>
            </a:extLst>
          </p:cNvPr>
          <p:cNvCxnSpPr>
            <a:cxnSpLocks noChangeShapeType="1"/>
            <a:stCxn id="36" idx="6"/>
            <a:endCxn id="37" idx="2"/>
          </p:cNvCxnSpPr>
          <p:nvPr/>
        </p:nvCxnSpPr>
        <p:spPr bwMode="auto">
          <a:xfrm>
            <a:off x="67198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3" name="AutoShape 44">
            <a:extLst>
              <a:ext uri="{FF2B5EF4-FFF2-40B4-BE49-F238E27FC236}">
                <a16:creationId xmlns:a16="http://schemas.microsoft.com/office/drawing/2014/main" id="{6DDBBFE4-692F-42C0-9093-C9AA1060FD8A}"/>
              </a:ext>
            </a:extLst>
          </p:cNvPr>
          <p:cNvCxnSpPr>
            <a:cxnSpLocks noChangeShapeType="1"/>
            <a:stCxn id="37" idx="6"/>
            <a:endCxn id="38" idx="2"/>
          </p:cNvCxnSpPr>
          <p:nvPr/>
        </p:nvCxnSpPr>
        <p:spPr bwMode="auto">
          <a:xfrm>
            <a:off x="7786688" y="4744464"/>
            <a:ext cx="5762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4" name="Text Box 45">
            <a:extLst>
              <a:ext uri="{FF2B5EF4-FFF2-40B4-BE49-F238E27FC236}">
                <a16:creationId xmlns:a16="http://schemas.microsoft.com/office/drawing/2014/main" id="{4952902C-2921-4813-B8B4-642F541242AC}"/>
              </a:ext>
            </a:extLst>
          </p:cNvPr>
          <p:cNvSpPr txBox="1">
            <a:spLocks noChangeArrowheads="1"/>
          </p:cNvSpPr>
          <p:nvPr/>
        </p:nvSpPr>
        <p:spPr bwMode="auto">
          <a:xfrm>
            <a:off x="3657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5" name="Text Box 46">
            <a:extLst>
              <a:ext uri="{FF2B5EF4-FFF2-40B4-BE49-F238E27FC236}">
                <a16:creationId xmlns:a16="http://schemas.microsoft.com/office/drawing/2014/main" id="{A305A581-DC3E-4588-A96D-8669BF57EB99}"/>
              </a:ext>
            </a:extLst>
          </p:cNvPr>
          <p:cNvSpPr txBox="1">
            <a:spLocks noChangeArrowheads="1"/>
          </p:cNvSpPr>
          <p:nvPr/>
        </p:nvSpPr>
        <p:spPr bwMode="auto">
          <a:xfrm>
            <a:off x="47244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6" name="Text Box 47">
            <a:extLst>
              <a:ext uri="{FF2B5EF4-FFF2-40B4-BE49-F238E27FC236}">
                <a16:creationId xmlns:a16="http://schemas.microsoft.com/office/drawing/2014/main" id="{4C864117-11BB-436B-A7D0-62714A76A1C4}"/>
              </a:ext>
            </a:extLst>
          </p:cNvPr>
          <p:cNvSpPr txBox="1">
            <a:spLocks noChangeArrowheads="1"/>
          </p:cNvSpPr>
          <p:nvPr/>
        </p:nvSpPr>
        <p:spPr bwMode="auto">
          <a:xfrm>
            <a:off x="57912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47" name="Text Box 48">
            <a:extLst>
              <a:ext uri="{FF2B5EF4-FFF2-40B4-BE49-F238E27FC236}">
                <a16:creationId xmlns:a16="http://schemas.microsoft.com/office/drawing/2014/main" id="{C5E34240-5CA7-4F41-85CF-8ACB4AADD4C1}"/>
              </a:ext>
            </a:extLst>
          </p:cNvPr>
          <p:cNvSpPr txBox="1">
            <a:spLocks noChangeArrowheads="1"/>
          </p:cNvSpPr>
          <p:nvPr/>
        </p:nvSpPr>
        <p:spPr bwMode="auto">
          <a:xfrm>
            <a:off x="68580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8" name="Text Box 49">
            <a:extLst>
              <a:ext uri="{FF2B5EF4-FFF2-40B4-BE49-F238E27FC236}">
                <a16:creationId xmlns:a16="http://schemas.microsoft.com/office/drawing/2014/main" id="{AF5EFCF1-BBFD-4409-97D2-F233112EEF61}"/>
              </a:ext>
            </a:extLst>
          </p:cNvPr>
          <p:cNvSpPr txBox="1">
            <a:spLocks noChangeArrowheads="1"/>
          </p:cNvSpPr>
          <p:nvPr/>
        </p:nvSpPr>
        <p:spPr bwMode="auto">
          <a:xfrm>
            <a:off x="7848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9" name="Line 50">
            <a:extLst>
              <a:ext uri="{FF2B5EF4-FFF2-40B4-BE49-F238E27FC236}">
                <a16:creationId xmlns:a16="http://schemas.microsoft.com/office/drawing/2014/main" id="{CE1D07CF-DE98-45BF-BAE4-C2391EAC09CA}"/>
              </a:ext>
            </a:extLst>
          </p:cNvPr>
          <p:cNvSpPr>
            <a:spLocks noChangeShapeType="1"/>
          </p:cNvSpPr>
          <p:nvPr/>
        </p:nvSpPr>
        <p:spPr bwMode="auto">
          <a:xfrm>
            <a:off x="2743200" y="47444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0" name="Text Box 51">
            <a:extLst>
              <a:ext uri="{FF2B5EF4-FFF2-40B4-BE49-F238E27FC236}">
                <a16:creationId xmlns:a16="http://schemas.microsoft.com/office/drawing/2014/main" id="{F438EA91-48AE-4DFD-B15E-5F4C3FECF0C6}"/>
              </a:ext>
            </a:extLst>
          </p:cNvPr>
          <p:cNvSpPr txBox="1">
            <a:spLocks noChangeArrowheads="1"/>
          </p:cNvSpPr>
          <p:nvPr/>
        </p:nvSpPr>
        <p:spPr bwMode="auto">
          <a:xfrm>
            <a:off x="533400" y="2534664"/>
            <a:ext cx="1371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r>
              <a:rPr lang="en-US" b="1" i="1">
                <a:solidFill>
                  <a:schemeClr val="tx2"/>
                </a:solidFill>
                <a:effectLst>
                  <a:outerShdw blurRad="38100" dist="38100" dir="2700000" algn="tl">
                    <a:srgbClr val="C0C0C0"/>
                  </a:outerShdw>
                </a:effectLst>
                <a:latin typeface="Arial" charset="0"/>
                <a:sym typeface="Symbol" pitchFamily="18" charset="2"/>
              </a:rPr>
              <a:t>aba</a:t>
            </a:r>
          </a:p>
        </p:txBody>
      </p:sp>
      <p:sp>
        <p:nvSpPr>
          <p:cNvPr id="51" name="Oval 52">
            <a:extLst>
              <a:ext uri="{FF2B5EF4-FFF2-40B4-BE49-F238E27FC236}">
                <a16:creationId xmlns:a16="http://schemas.microsoft.com/office/drawing/2014/main" id="{067E66C5-00FE-4409-BCFE-D65DAF3F6735}"/>
              </a:ext>
            </a:extLst>
          </p:cNvPr>
          <p:cNvSpPr>
            <a:spLocks noChangeArrowheads="1"/>
          </p:cNvSpPr>
          <p:nvPr/>
        </p:nvSpPr>
        <p:spPr bwMode="auto">
          <a:xfrm>
            <a:off x="5029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53">
            <a:extLst>
              <a:ext uri="{FF2B5EF4-FFF2-40B4-BE49-F238E27FC236}">
                <a16:creationId xmlns:a16="http://schemas.microsoft.com/office/drawing/2014/main" id="{E72109C2-8B2C-4D27-89EA-A5013F3C0419}"/>
              </a:ext>
            </a:extLst>
          </p:cNvPr>
          <p:cNvSpPr>
            <a:spLocks noChangeArrowheads="1"/>
          </p:cNvSpPr>
          <p:nvPr/>
        </p:nvSpPr>
        <p:spPr bwMode="auto">
          <a:xfrm>
            <a:off x="5029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53" name="AutoShape 54">
            <a:extLst>
              <a:ext uri="{FF2B5EF4-FFF2-40B4-BE49-F238E27FC236}">
                <a16:creationId xmlns:a16="http://schemas.microsoft.com/office/drawing/2014/main" id="{38CB9A60-72C5-4D5D-A36A-CC5438493541}"/>
              </a:ext>
            </a:extLst>
          </p:cNvPr>
          <p:cNvCxnSpPr>
            <a:cxnSpLocks noChangeShapeType="1"/>
            <a:stCxn id="25" idx="4"/>
            <a:endCxn id="33" idx="2"/>
          </p:cNvCxnSpPr>
          <p:nvPr/>
        </p:nvCxnSpPr>
        <p:spPr bwMode="auto">
          <a:xfrm rot="16200000" flipH="1">
            <a:off x="1913732" y="3548282"/>
            <a:ext cx="1720850" cy="6715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4" name="AutoShape 55">
            <a:extLst>
              <a:ext uri="{FF2B5EF4-FFF2-40B4-BE49-F238E27FC236}">
                <a16:creationId xmlns:a16="http://schemas.microsoft.com/office/drawing/2014/main" id="{A940649B-38F6-429F-BE36-8E077263D569}"/>
              </a:ext>
            </a:extLst>
          </p:cNvPr>
          <p:cNvCxnSpPr>
            <a:cxnSpLocks noChangeShapeType="1"/>
            <a:stCxn id="52" idx="6"/>
            <a:endCxn id="33" idx="0"/>
          </p:cNvCxnSpPr>
          <p:nvPr/>
        </p:nvCxnSpPr>
        <p:spPr bwMode="auto">
          <a:xfrm flipH="1">
            <a:off x="3352800" y="3296664"/>
            <a:ext cx="2147888" cy="1204913"/>
          </a:xfrm>
          <a:prstGeom prst="curvedConnector4">
            <a:avLst>
              <a:gd name="adj1" fmla="val -2662"/>
              <a:gd name="adj2" fmla="val 60079"/>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5" name="AutoShape 56">
            <a:extLst>
              <a:ext uri="{FF2B5EF4-FFF2-40B4-BE49-F238E27FC236}">
                <a16:creationId xmlns:a16="http://schemas.microsoft.com/office/drawing/2014/main" id="{63DC7521-440C-4F27-9CB9-CF0178ECFBEA}"/>
              </a:ext>
            </a:extLst>
          </p:cNvPr>
          <p:cNvCxnSpPr>
            <a:cxnSpLocks noChangeShapeType="1"/>
            <a:stCxn id="51" idx="6"/>
            <a:endCxn id="33" idx="7"/>
          </p:cNvCxnSpPr>
          <p:nvPr/>
        </p:nvCxnSpPr>
        <p:spPr bwMode="auto">
          <a:xfrm flipH="1">
            <a:off x="3514725" y="2306064"/>
            <a:ext cx="1985963" cy="2262188"/>
          </a:xfrm>
          <a:prstGeom prst="curvedConnector4">
            <a:avLst>
              <a:gd name="adj1" fmla="val -29898"/>
              <a:gd name="adj2" fmla="val 8308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56" name="Text Box 57">
            <a:extLst>
              <a:ext uri="{FF2B5EF4-FFF2-40B4-BE49-F238E27FC236}">
                <a16:creationId xmlns:a16="http://schemas.microsoft.com/office/drawing/2014/main" id="{1865C728-03E4-417F-AA7A-C831B046FD1C}"/>
              </a:ext>
            </a:extLst>
          </p:cNvPr>
          <p:cNvSpPr txBox="1">
            <a:spLocks noChangeArrowheads="1"/>
          </p:cNvSpPr>
          <p:nvPr/>
        </p:nvSpPr>
        <p:spPr bwMode="auto">
          <a:xfrm>
            <a:off x="5486400" y="3234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7" name="Text Box 58">
            <a:extLst>
              <a:ext uri="{FF2B5EF4-FFF2-40B4-BE49-F238E27FC236}">
                <a16:creationId xmlns:a16="http://schemas.microsoft.com/office/drawing/2014/main" id="{9A7817A5-6654-4BD4-B376-C9851C333D83}"/>
              </a:ext>
            </a:extLst>
          </p:cNvPr>
          <p:cNvSpPr txBox="1">
            <a:spLocks noChangeArrowheads="1"/>
          </p:cNvSpPr>
          <p:nvPr/>
        </p:nvSpPr>
        <p:spPr bwMode="auto">
          <a:xfrm>
            <a:off x="6019800" y="28394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sym typeface="Symbol" panose="05050102010706020507" pitchFamily="18" charset="2"/>
              </a:rPr>
              <a:t></a:t>
            </a:r>
          </a:p>
        </p:txBody>
      </p:sp>
      <p:sp>
        <p:nvSpPr>
          <p:cNvPr id="58" name="Text Box 59">
            <a:extLst>
              <a:ext uri="{FF2B5EF4-FFF2-40B4-BE49-F238E27FC236}">
                <a16:creationId xmlns:a16="http://schemas.microsoft.com/office/drawing/2014/main" id="{C82775A3-2C73-48CC-948C-8ED1588191B1}"/>
              </a:ext>
            </a:extLst>
          </p:cNvPr>
          <p:cNvSpPr txBox="1">
            <a:spLocks noChangeArrowheads="1"/>
          </p:cNvSpPr>
          <p:nvPr/>
        </p:nvSpPr>
        <p:spPr bwMode="auto">
          <a:xfrm>
            <a:off x="2209800" y="3525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9" name="Text Box 60">
            <a:extLst>
              <a:ext uri="{FF2B5EF4-FFF2-40B4-BE49-F238E27FC236}">
                <a16:creationId xmlns:a16="http://schemas.microsoft.com/office/drawing/2014/main" id="{5D86AC23-6B8F-4AB8-8E69-315FCB8E4014}"/>
              </a:ext>
            </a:extLst>
          </p:cNvPr>
          <p:cNvSpPr txBox="1">
            <a:spLocks noChangeArrowheads="1"/>
          </p:cNvSpPr>
          <p:nvPr/>
        </p:nvSpPr>
        <p:spPr bwMode="auto">
          <a:xfrm>
            <a:off x="2743200" y="2320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60" name="Oval 61">
            <a:extLst>
              <a:ext uri="{FF2B5EF4-FFF2-40B4-BE49-F238E27FC236}">
                <a16:creationId xmlns:a16="http://schemas.microsoft.com/office/drawing/2014/main" id="{4572B16C-B4A7-4BC4-8C13-DFC3881BF7D4}"/>
              </a:ext>
            </a:extLst>
          </p:cNvPr>
          <p:cNvSpPr>
            <a:spLocks noChangeArrowheads="1"/>
          </p:cNvSpPr>
          <p:nvPr/>
        </p:nvSpPr>
        <p:spPr bwMode="auto">
          <a:xfrm>
            <a:off x="22098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30568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7" presetClass="emph" presetSubtype="1" nodeType="withEffect">
                                  <p:stCondLst>
                                    <p:cond delay="0"/>
                                  </p:stCondLst>
                                  <p:childTnLst>
                                    <p:set>
                                      <p:cBhvr>
                                        <p:cTn id="14" dur="indefinite"/>
                                        <p:tgtEl>
                                          <p:spTgt spid="7"/>
                                        </p:tgtEl>
                                        <p:attrNameLst>
                                          <p:attrName>stroke.color</p:attrName>
                                        </p:attrNameLst>
                                      </p:cBhvr>
                                      <p:to>
                                        <p:clrVal>
                                          <a:srgbClr val="FF0000"/>
                                        </p:clrVal>
                                      </p:to>
                                    </p:set>
                                    <p:set>
                                      <p:cBhvr>
                                        <p:cTn id="15" dur="indefinite"/>
                                        <p:tgtEl>
                                          <p:spTgt spid="7"/>
                                        </p:tgtEl>
                                        <p:attrNameLst>
                                          <p:attrName>stroke.on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7" presetClass="emph" presetSubtype="1" nodeType="withEffect">
                                  <p:stCondLst>
                                    <p:cond delay="0"/>
                                  </p:stCondLst>
                                  <p:childTnLst>
                                    <p:set>
                                      <p:cBhvr>
                                        <p:cTn id="21" dur="indefinite"/>
                                        <p:tgtEl>
                                          <p:spTgt spid="5"/>
                                        </p:tgtEl>
                                        <p:attrNameLst>
                                          <p:attrName>stroke.color</p:attrName>
                                        </p:attrNameLst>
                                      </p:cBhvr>
                                      <p:to>
                                        <p:clrVal>
                                          <a:srgbClr val="FF0000"/>
                                        </p:clrVal>
                                      </p:to>
                                    </p:set>
                                    <p:set>
                                      <p:cBhvr>
                                        <p:cTn id="22" dur="indefinite"/>
                                        <p:tgtEl>
                                          <p:spTgt spid="5"/>
                                        </p:tgtEl>
                                        <p:attrNameLst>
                                          <p:attrName>stroke.on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7" presetClass="emph" presetSubtype="1" nodeType="withEffect">
                                  <p:stCondLst>
                                    <p:cond delay="0"/>
                                  </p:stCondLst>
                                  <p:childTnLst>
                                    <p:set>
                                      <p:cBhvr>
                                        <p:cTn id="28" dur="indefinite"/>
                                        <p:tgtEl>
                                          <p:spTgt spid="6"/>
                                        </p:tgtEl>
                                        <p:attrNameLst>
                                          <p:attrName>stroke.color</p:attrName>
                                        </p:attrNameLst>
                                      </p:cBhvr>
                                      <p:to>
                                        <p:clrVal>
                                          <a:srgbClr val="FF0000"/>
                                        </p:clrVal>
                                      </p:to>
                                    </p:set>
                                    <p:set>
                                      <p:cBhvr>
                                        <p:cTn id="29" dur="indefinite"/>
                                        <p:tgtEl>
                                          <p:spTgt spid="6"/>
                                        </p:tgtEl>
                                        <p:attrNameLst>
                                          <p:attrName>stroke.on</p:attrName>
                                        </p:attrNameLst>
                                      </p:cBhvr>
                                      <p:to>
                                        <p:strVal val="tru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7" presetClass="emph" presetSubtype="1" nodeType="withEffect">
                                  <p:stCondLst>
                                    <p:cond delay="0"/>
                                  </p:stCondLst>
                                  <p:childTnLst>
                                    <p:set>
                                      <p:cBhvr>
                                        <p:cTn id="38" dur="indefinite"/>
                                        <p:tgtEl>
                                          <p:spTgt spid="7"/>
                                        </p:tgtEl>
                                        <p:attrNameLst>
                                          <p:attrName>stroke.color</p:attrName>
                                        </p:attrNameLst>
                                      </p:cBhvr>
                                      <p:to>
                                        <p:clrVal>
                                          <a:schemeClr val="tx1"/>
                                        </p:clrVal>
                                      </p:to>
                                    </p:set>
                                    <p:set>
                                      <p:cBhvr>
                                        <p:cTn id="39" dur="indefinite"/>
                                        <p:tgtEl>
                                          <p:spTgt spid="7"/>
                                        </p:tgtEl>
                                        <p:attrNameLst>
                                          <p:attrName>stroke.on</p:attrName>
                                        </p:attrNameLst>
                                      </p:cBhvr>
                                      <p:to>
                                        <p:strVal val="true"/>
                                      </p:to>
                                    </p:set>
                                  </p:childTnLst>
                                </p:cTn>
                              </p:par>
                              <p:par>
                                <p:cTn id="40" presetID="7" presetClass="emph" presetSubtype="1" nodeType="withEffect">
                                  <p:stCondLst>
                                    <p:cond delay="0"/>
                                  </p:stCondLst>
                                  <p:childTnLst>
                                    <p:set>
                                      <p:cBhvr>
                                        <p:cTn id="41" dur="indefinite"/>
                                        <p:tgtEl>
                                          <p:spTgt spid="6"/>
                                        </p:tgtEl>
                                        <p:attrNameLst>
                                          <p:attrName>stroke.color</p:attrName>
                                        </p:attrNameLst>
                                      </p:cBhvr>
                                      <p:to>
                                        <p:clrVal>
                                          <a:schemeClr val="tx1"/>
                                        </p:clrVal>
                                      </p:to>
                                    </p:set>
                                    <p:set>
                                      <p:cBhvr>
                                        <p:cTn id="42" dur="indefinite"/>
                                        <p:tgtEl>
                                          <p:spTgt spid="6"/>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5"/>
                                        </p:tgtEl>
                                        <p:attrNameLst>
                                          <p:attrName>stroke.color</p:attrName>
                                        </p:attrNameLst>
                                      </p:cBhvr>
                                      <p:to>
                                        <p:clrVal>
                                          <a:schemeClr val="tx1"/>
                                        </p:clrVal>
                                      </p:to>
                                    </p:set>
                                    <p:set>
                                      <p:cBhvr>
                                        <p:cTn id="45" dur="indefinite"/>
                                        <p:tgtEl>
                                          <p:spTgt spid="5"/>
                                        </p:tgtEl>
                                        <p:attrNameLst>
                                          <p:attrName>stroke.on</p:attrName>
                                        </p:attrNameLst>
                                      </p:cBhvr>
                                      <p:to>
                                        <p:strVal val="true"/>
                                      </p:to>
                                    </p:set>
                                  </p:childTnLst>
                                </p:cTn>
                              </p:par>
                              <p:par>
                                <p:cTn id="46" presetID="7" presetClass="emph" presetSubtype="1" nodeType="withEffect">
                                  <p:stCondLst>
                                    <p:cond delay="0"/>
                                  </p:stCondLst>
                                  <p:childTnLst>
                                    <p:set>
                                      <p:cBhvr>
                                        <p:cTn id="47" dur="indefinite"/>
                                        <p:tgtEl>
                                          <p:spTgt spid="6"/>
                                        </p:tgtEl>
                                        <p:attrNameLst>
                                          <p:attrName>stroke.color</p:attrName>
                                        </p:attrNameLst>
                                      </p:cBhvr>
                                      <p:to>
                                        <p:clrVal>
                                          <a:schemeClr val="tx1"/>
                                        </p:clrVal>
                                      </p:to>
                                    </p:set>
                                    <p:set>
                                      <p:cBhvr>
                                        <p:cTn id="48" dur="indefinite"/>
                                        <p:tgtEl>
                                          <p:spTgt spid="6"/>
                                        </p:tgtEl>
                                        <p:attrNameLst>
                                          <p:attrName>stroke.on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7" presetClass="emph" presetSubtype="1" nodeType="withEffect">
                                  <p:stCondLst>
                                    <p:cond delay="0"/>
                                  </p:stCondLst>
                                  <p:childTnLst>
                                    <p:set>
                                      <p:cBhvr>
                                        <p:cTn id="56" dur="indefinite"/>
                                        <p:tgtEl>
                                          <p:spTgt spid="11"/>
                                        </p:tgtEl>
                                        <p:attrNameLst>
                                          <p:attrName>stroke.color</p:attrName>
                                        </p:attrNameLst>
                                      </p:cBhvr>
                                      <p:to>
                                        <p:clrVal>
                                          <a:srgbClr val="FF0000"/>
                                        </p:clrVal>
                                      </p:to>
                                    </p:set>
                                    <p:set>
                                      <p:cBhvr>
                                        <p:cTn id="57" dur="indefinite"/>
                                        <p:tgtEl>
                                          <p:spTgt spid="11"/>
                                        </p:tgtEl>
                                        <p:attrNameLst>
                                          <p:attrName>stroke.on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childTnLst>
                                </p:cTn>
                              </p:par>
                              <p:par>
                                <p:cTn id="62" presetID="7" presetClass="emph" presetSubtype="1" nodeType="withEffect">
                                  <p:stCondLst>
                                    <p:cond delay="0"/>
                                  </p:stCondLst>
                                  <p:childTnLst>
                                    <p:set>
                                      <p:cBhvr>
                                        <p:cTn id="63" dur="indefinite"/>
                                        <p:tgtEl>
                                          <p:spTgt spid="9"/>
                                        </p:tgtEl>
                                        <p:attrNameLst>
                                          <p:attrName>stroke.color</p:attrName>
                                        </p:attrNameLst>
                                      </p:cBhvr>
                                      <p:to>
                                        <p:clrVal>
                                          <a:srgbClr val="FF0000"/>
                                        </p:clrVal>
                                      </p:to>
                                    </p:set>
                                    <p:set>
                                      <p:cBhvr>
                                        <p:cTn id="64" dur="indefinite"/>
                                        <p:tgtEl>
                                          <p:spTgt spid="9"/>
                                        </p:tgtEl>
                                        <p:attrNameLst>
                                          <p:attrName>stroke.on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7" presetClass="emph" presetSubtype="1" nodeType="withEffect">
                                  <p:stCondLst>
                                    <p:cond delay="0"/>
                                  </p:stCondLst>
                                  <p:childTnLst>
                                    <p:set>
                                      <p:cBhvr>
                                        <p:cTn id="70" dur="indefinite"/>
                                        <p:tgtEl>
                                          <p:spTgt spid="10"/>
                                        </p:tgtEl>
                                        <p:attrNameLst>
                                          <p:attrName>stroke.color</p:attrName>
                                        </p:attrNameLst>
                                      </p:cBhvr>
                                      <p:to>
                                        <p:clrVal>
                                          <a:srgbClr val="FF0000"/>
                                        </p:clrVal>
                                      </p:to>
                                    </p:set>
                                    <p:set>
                                      <p:cBhvr>
                                        <p:cTn id="71" dur="indefinite"/>
                                        <p:tgtEl>
                                          <p:spTgt spid="10"/>
                                        </p:tgtEl>
                                        <p:attrNameLst>
                                          <p:attrName>stroke.on</p:attrName>
                                        </p:attrNameLst>
                                      </p:cBhvr>
                                      <p:to>
                                        <p:strVal val="true"/>
                                      </p:to>
                                    </p:set>
                                  </p:childTnLst>
                                </p:cTn>
                              </p:par>
                            </p:childTnLst>
                          </p:cTn>
                        </p:par>
                        <p:par>
                          <p:cTn id="72" fill="hold">
                            <p:stCondLst>
                              <p:cond delay="0"/>
                            </p:stCondLst>
                            <p:childTnLst>
                              <p:par>
                                <p:cTn id="73" presetID="1" presetClass="entr" presetSubtype="0" fill="hold" nodeType="after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15"/>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6"/>
                                        </p:tgtEl>
                                        <p:attrNameLst>
                                          <p:attrName>style.visibility</p:attrName>
                                        </p:attrNameLst>
                                      </p:cBhvr>
                                      <p:to>
                                        <p:strVal val="hidden"/>
                                      </p:to>
                                    </p:set>
                                  </p:childTnLst>
                                </p:cTn>
                              </p:par>
                              <p:par>
                                <p:cTn id="83" presetID="7" presetClass="emph" presetSubtype="1" nodeType="withEffect">
                                  <p:stCondLst>
                                    <p:cond delay="0"/>
                                  </p:stCondLst>
                                  <p:childTnLst>
                                    <p:set>
                                      <p:cBhvr>
                                        <p:cTn id="84" dur="indefinite"/>
                                        <p:tgtEl>
                                          <p:spTgt spid="11"/>
                                        </p:tgtEl>
                                        <p:attrNameLst>
                                          <p:attrName>stroke.color</p:attrName>
                                        </p:attrNameLst>
                                      </p:cBhvr>
                                      <p:to>
                                        <p:clrVal>
                                          <a:schemeClr val="tx1"/>
                                        </p:clrVal>
                                      </p:to>
                                    </p:set>
                                    <p:set>
                                      <p:cBhvr>
                                        <p:cTn id="85" dur="indefinite"/>
                                        <p:tgtEl>
                                          <p:spTgt spid="11"/>
                                        </p:tgtEl>
                                        <p:attrNameLst>
                                          <p:attrName>stroke.on</p:attrName>
                                        </p:attrNameLst>
                                      </p:cBhvr>
                                      <p:to>
                                        <p:strVal val="true"/>
                                      </p:to>
                                    </p:set>
                                  </p:childTnLst>
                                </p:cTn>
                              </p:par>
                              <p:par>
                                <p:cTn id="86" presetID="7" presetClass="emph" presetSubtype="1" nodeType="withEffect">
                                  <p:stCondLst>
                                    <p:cond delay="0"/>
                                  </p:stCondLst>
                                  <p:childTnLst>
                                    <p:set>
                                      <p:cBhvr>
                                        <p:cTn id="87" dur="indefinite"/>
                                        <p:tgtEl>
                                          <p:spTgt spid="10"/>
                                        </p:tgtEl>
                                        <p:attrNameLst>
                                          <p:attrName>stroke.color</p:attrName>
                                        </p:attrNameLst>
                                      </p:cBhvr>
                                      <p:to>
                                        <p:clrVal>
                                          <a:schemeClr val="tx1"/>
                                        </p:clrVal>
                                      </p:to>
                                    </p:set>
                                    <p:set>
                                      <p:cBhvr>
                                        <p:cTn id="88" dur="indefinite"/>
                                        <p:tgtEl>
                                          <p:spTgt spid="10"/>
                                        </p:tgtEl>
                                        <p:attrNameLst>
                                          <p:attrName>stroke.on</p:attrName>
                                        </p:attrNameLst>
                                      </p:cBhvr>
                                      <p:to>
                                        <p:strVal val="true"/>
                                      </p:to>
                                    </p:set>
                                  </p:childTnLst>
                                </p:cTn>
                              </p:par>
                              <p:par>
                                <p:cTn id="89" presetID="7" presetClass="emph" presetSubtype="1" nodeType="withEffect">
                                  <p:stCondLst>
                                    <p:cond delay="0"/>
                                  </p:stCondLst>
                                  <p:childTnLst>
                                    <p:set>
                                      <p:cBhvr>
                                        <p:cTn id="90" dur="indefinite"/>
                                        <p:tgtEl>
                                          <p:spTgt spid="9"/>
                                        </p:tgtEl>
                                        <p:attrNameLst>
                                          <p:attrName>stroke.color</p:attrName>
                                        </p:attrNameLst>
                                      </p:cBhvr>
                                      <p:to>
                                        <p:clrVal>
                                          <a:schemeClr val="tx1"/>
                                        </p:clrVal>
                                      </p:to>
                                    </p:set>
                                    <p:set>
                                      <p:cBhvr>
                                        <p:cTn id="91" dur="indefinite"/>
                                        <p:tgtEl>
                                          <p:spTgt spid="9"/>
                                        </p:tgtEl>
                                        <p:attrNameLst>
                                          <p:attrName>stroke.on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childTnLst>
                                </p:cTn>
                              </p:par>
                              <p:par>
                                <p:cTn id="98" presetID="7" presetClass="emph" presetSubtype="1" nodeType="withEffect">
                                  <p:stCondLst>
                                    <p:cond delay="0"/>
                                  </p:stCondLst>
                                  <p:childTnLst>
                                    <p:set>
                                      <p:cBhvr>
                                        <p:cTn id="99" dur="indefinite"/>
                                        <p:tgtEl>
                                          <p:spTgt spid="18"/>
                                        </p:tgtEl>
                                        <p:attrNameLst>
                                          <p:attrName>stroke.color</p:attrName>
                                        </p:attrNameLst>
                                      </p:cBhvr>
                                      <p:to>
                                        <p:clrVal>
                                          <a:srgbClr val="FF0000"/>
                                        </p:clrVal>
                                      </p:to>
                                    </p:set>
                                    <p:set>
                                      <p:cBhvr>
                                        <p:cTn id="100" dur="indefinite"/>
                                        <p:tgtEl>
                                          <p:spTgt spid="18"/>
                                        </p:tgtEl>
                                        <p:attrNameLst>
                                          <p:attrName>stroke.on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9"/>
                                        </p:tgtEl>
                                        <p:attrNameLst>
                                          <p:attrName>style.visibility</p:attrName>
                                        </p:attrNameLst>
                                      </p:cBhvr>
                                      <p:to>
                                        <p:strVal val="visible"/>
                                      </p:to>
                                    </p:set>
                                  </p:childTnLst>
                                </p:cTn>
                              </p:par>
                              <p:par>
                                <p:cTn id="105" presetID="7" presetClass="emph" presetSubtype="1" nodeType="withEffect">
                                  <p:stCondLst>
                                    <p:cond delay="0"/>
                                  </p:stCondLst>
                                  <p:childTnLst>
                                    <p:set>
                                      <p:cBhvr>
                                        <p:cTn id="106" dur="indefinite"/>
                                        <p:tgtEl>
                                          <p:spTgt spid="19"/>
                                        </p:tgtEl>
                                        <p:attrNameLst>
                                          <p:attrName>stroke.color</p:attrName>
                                        </p:attrNameLst>
                                      </p:cBhvr>
                                      <p:to>
                                        <p:clrVal>
                                          <a:srgbClr val="FF0000"/>
                                        </p:clrVal>
                                      </p:to>
                                    </p:set>
                                    <p:set>
                                      <p:cBhvr>
                                        <p:cTn id="107" dur="indefinite"/>
                                        <p:tgtEl>
                                          <p:spTgt spid="19"/>
                                        </p:tgtEl>
                                        <p:attrNameLst>
                                          <p:attrName>stroke.on</p:attrName>
                                        </p:attrNameLst>
                                      </p:cBhvr>
                                      <p:to>
                                        <p:strVal val="true"/>
                                      </p:to>
                                    </p:set>
                                  </p:childTnLst>
                                </p:cTn>
                              </p:par>
                              <p:par>
                                <p:cTn id="108" presetID="1" presetClass="entr" presetSubtype="0"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childTnLst>
                                </p:cTn>
                              </p:par>
                              <p:par>
                                <p:cTn id="110" presetID="1" presetClass="exit" presetSubtype="0" fill="hold" nodeType="withEffect">
                                  <p:stCondLst>
                                    <p:cond delay="0"/>
                                  </p:stCondLst>
                                  <p:childTnLst>
                                    <p:set>
                                      <p:cBhvr>
                                        <p:cTn id="111" dur="1" fill="hold">
                                          <p:stCondLst>
                                            <p:cond delay="0"/>
                                          </p:stCondLst>
                                        </p:cTn>
                                        <p:tgtEl>
                                          <p:spTgt spid="8"/>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20"/>
                                        </p:tgtEl>
                                        <p:attrNameLst>
                                          <p:attrName>style.visibility</p:attrName>
                                        </p:attrNameLst>
                                      </p:cBhvr>
                                      <p:to>
                                        <p:strVal val="visible"/>
                                      </p:to>
                                    </p:set>
                                  </p:childTnLst>
                                </p:cTn>
                              </p:par>
                              <p:par>
                                <p:cTn id="116" presetID="7" presetClass="emph" presetSubtype="1" nodeType="withEffect">
                                  <p:stCondLst>
                                    <p:cond delay="0"/>
                                  </p:stCondLst>
                                  <p:childTnLst>
                                    <p:set>
                                      <p:cBhvr>
                                        <p:cTn id="117" dur="indefinite"/>
                                        <p:tgtEl>
                                          <p:spTgt spid="20"/>
                                        </p:tgtEl>
                                        <p:attrNameLst>
                                          <p:attrName>stroke.color</p:attrName>
                                        </p:attrNameLst>
                                      </p:cBhvr>
                                      <p:to>
                                        <p:clrVal>
                                          <a:srgbClr val="FF0000"/>
                                        </p:clrVal>
                                      </p:to>
                                    </p:set>
                                    <p:set>
                                      <p:cBhvr>
                                        <p:cTn id="118" dur="indefinite"/>
                                        <p:tgtEl>
                                          <p:spTgt spid="20"/>
                                        </p:tgtEl>
                                        <p:attrNameLst>
                                          <p:attrName>stroke.on</p:attrName>
                                        </p:attrNameLst>
                                      </p:cBhvr>
                                      <p:to>
                                        <p:strVal val="true"/>
                                      </p:to>
                                    </p:set>
                                  </p:childTnLst>
                                </p:cTn>
                              </p:par>
                              <p:par>
                                <p:cTn id="119" presetID="1" presetClass="entr" presetSubtype="0" fill="hold" grpId="0" nodeType="withEffect">
                                  <p:stCondLst>
                                    <p:cond delay="0"/>
                                  </p:stCondLst>
                                  <p:childTnLst>
                                    <p:set>
                                      <p:cBhvr>
                                        <p:cTn id="120" dur="1" fill="hold">
                                          <p:stCondLst>
                                            <p:cond delay="0"/>
                                          </p:stCondLst>
                                        </p:cTn>
                                        <p:tgtEl>
                                          <p:spTgt spid="21"/>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1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17"/>
                                        </p:tgtEl>
                                        <p:attrNameLst>
                                          <p:attrName>style.visibility</p:attrName>
                                        </p:attrNameLst>
                                      </p:cBhvr>
                                      <p:to>
                                        <p:strVal val="hidden"/>
                                      </p:to>
                                    </p:set>
                                  </p:childTnLst>
                                </p:cTn>
                              </p:par>
                              <p:par>
                                <p:cTn id="127" presetID="1" presetClass="entr" presetSubtype="0" fill="hold" grpId="0" nodeType="withEffect">
                                  <p:stCondLst>
                                    <p:cond delay="0"/>
                                  </p:stCondLst>
                                  <p:childTnLst>
                                    <p:set>
                                      <p:cBhvr>
                                        <p:cTn id="128" dur="1" fill="hold">
                                          <p:stCondLst>
                                            <p:cond delay="0"/>
                                          </p:stCondLst>
                                        </p:cTn>
                                        <p:tgtEl>
                                          <p:spTgt spid="24"/>
                                        </p:tgtEl>
                                        <p:attrNameLst>
                                          <p:attrName>style.visibility</p:attrName>
                                        </p:attrNameLst>
                                      </p:cBhvr>
                                      <p:to>
                                        <p:strVal val="visible"/>
                                      </p:to>
                                    </p:set>
                                  </p:childTnLst>
                                </p:cTn>
                              </p:par>
                              <p:par>
                                <p:cTn id="129" presetID="7" presetClass="emph" presetSubtype="1" nodeType="withEffect">
                                  <p:stCondLst>
                                    <p:cond delay="0"/>
                                  </p:stCondLst>
                                  <p:childTnLst>
                                    <p:set>
                                      <p:cBhvr>
                                        <p:cTn id="130" dur="indefinite"/>
                                        <p:tgtEl>
                                          <p:spTgt spid="18"/>
                                        </p:tgtEl>
                                        <p:attrNameLst>
                                          <p:attrName>stroke.color</p:attrName>
                                        </p:attrNameLst>
                                      </p:cBhvr>
                                      <p:to>
                                        <p:clrVal>
                                          <a:schemeClr val="tx1"/>
                                        </p:clrVal>
                                      </p:to>
                                    </p:set>
                                    <p:set>
                                      <p:cBhvr>
                                        <p:cTn id="131" dur="indefinite"/>
                                        <p:tgtEl>
                                          <p:spTgt spid="18"/>
                                        </p:tgtEl>
                                        <p:attrNameLst>
                                          <p:attrName>stroke.on</p:attrName>
                                        </p:attrNameLst>
                                      </p:cBhvr>
                                      <p:to>
                                        <p:strVal val="true"/>
                                      </p:to>
                                    </p:set>
                                  </p:childTnLst>
                                </p:cTn>
                              </p:par>
                              <p:par>
                                <p:cTn id="132" presetID="7" presetClass="emph" presetSubtype="1" nodeType="withEffect">
                                  <p:stCondLst>
                                    <p:cond delay="0"/>
                                  </p:stCondLst>
                                  <p:childTnLst>
                                    <p:set>
                                      <p:cBhvr>
                                        <p:cTn id="133" dur="indefinite"/>
                                        <p:tgtEl>
                                          <p:spTgt spid="19"/>
                                        </p:tgtEl>
                                        <p:attrNameLst>
                                          <p:attrName>stroke.color</p:attrName>
                                        </p:attrNameLst>
                                      </p:cBhvr>
                                      <p:to>
                                        <p:clrVal>
                                          <a:schemeClr val="tx1"/>
                                        </p:clrVal>
                                      </p:to>
                                    </p:set>
                                    <p:set>
                                      <p:cBhvr>
                                        <p:cTn id="134" dur="indefinite"/>
                                        <p:tgtEl>
                                          <p:spTgt spid="19"/>
                                        </p:tgtEl>
                                        <p:attrNameLst>
                                          <p:attrName>stroke.on</p:attrName>
                                        </p:attrNameLst>
                                      </p:cBhvr>
                                      <p:to>
                                        <p:strVal val="true"/>
                                      </p:to>
                                    </p:set>
                                  </p:childTnLst>
                                </p:cTn>
                              </p:par>
                              <p:par>
                                <p:cTn id="135" presetID="7" presetClass="emph" presetSubtype="1" nodeType="withEffect">
                                  <p:stCondLst>
                                    <p:cond delay="0"/>
                                  </p:stCondLst>
                                  <p:childTnLst>
                                    <p:set>
                                      <p:cBhvr>
                                        <p:cTn id="136" dur="indefinite"/>
                                        <p:tgtEl>
                                          <p:spTgt spid="20"/>
                                        </p:tgtEl>
                                        <p:attrNameLst>
                                          <p:attrName>stroke.color</p:attrName>
                                        </p:attrNameLst>
                                      </p:cBhvr>
                                      <p:to>
                                        <p:clrVal>
                                          <a:schemeClr val="tx1"/>
                                        </p:clrVal>
                                      </p:to>
                                    </p:set>
                                    <p:set>
                                      <p:cBhvr>
                                        <p:cTn id="137" dur="indefinite"/>
                                        <p:tgtEl>
                                          <p:spTgt spid="20"/>
                                        </p:tgtEl>
                                        <p:attrNameLst>
                                          <p:attrName>stroke.on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28"/>
                                        </p:tgtEl>
                                        <p:attrNameLst>
                                          <p:attrName>style.visibility</p:attrName>
                                        </p:attrNameLst>
                                      </p:cBhvr>
                                      <p:to>
                                        <p:strVal val="visible"/>
                                      </p:to>
                                    </p:set>
                                  </p:childTnLst>
                                </p:cTn>
                              </p:par>
                              <p:par>
                                <p:cTn id="142" presetID="7" presetClass="emph" presetSubtype="1" nodeType="withEffect">
                                  <p:stCondLst>
                                    <p:cond delay="0"/>
                                  </p:stCondLst>
                                  <p:childTnLst>
                                    <p:set>
                                      <p:cBhvr>
                                        <p:cTn id="143" dur="indefinite"/>
                                        <p:tgtEl>
                                          <p:spTgt spid="28"/>
                                        </p:tgtEl>
                                        <p:attrNameLst>
                                          <p:attrName>stroke.color</p:attrName>
                                        </p:attrNameLst>
                                      </p:cBhvr>
                                      <p:to>
                                        <p:clrVal>
                                          <a:srgbClr val="FF0000"/>
                                        </p:clrVal>
                                      </p:to>
                                    </p:set>
                                    <p:set>
                                      <p:cBhvr>
                                        <p:cTn id="144" dur="indefinite"/>
                                        <p:tgtEl>
                                          <p:spTgt spid="28"/>
                                        </p:tgtEl>
                                        <p:attrNameLst>
                                          <p:attrName>stroke.on</p:attrName>
                                        </p:attrNameLst>
                                      </p:cBhvr>
                                      <p:to>
                                        <p:strVal val="true"/>
                                      </p:to>
                                    </p:set>
                                  </p:childTnLst>
                                </p:cTn>
                              </p:par>
                            </p:childTnLst>
                          </p:cTn>
                        </p:par>
                        <p:par>
                          <p:cTn id="145" fill="hold">
                            <p:stCondLst>
                              <p:cond delay="0"/>
                            </p:stCondLst>
                            <p:childTnLst>
                              <p:par>
                                <p:cTn id="146" presetID="1" presetClass="entr" presetSubtype="0" fill="hold" grpId="0" nodeType="afterEffect">
                                  <p:stCondLst>
                                    <p:cond delay="0"/>
                                  </p:stCondLst>
                                  <p:childTnLst>
                                    <p:set>
                                      <p:cBhvr>
                                        <p:cTn id="147" dur="1" fill="hold">
                                          <p:stCondLst>
                                            <p:cond delay="0"/>
                                          </p:stCondLst>
                                        </p:cTn>
                                        <p:tgtEl>
                                          <p:spTgt spid="31"/>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nodeType="clickEffect">
                                  <p:stCondLst>
                                    <p:cond delay="0"/>
                                  </p:stCondLst>
                                  <p:childTnLst>
                                    <p:set>
                                      <p:cBhvr>
                                        <p:cTn id="151" dur="1" fill="hold">
                                          <p:stCondLst>
                                            <p:cond delay="0"/>
                                          </p:stCondLst>
                                        </p:cTn>
                                        <p:tgtEl>
                                          <p:spTgt spid="29"/>
                                        </p:tgtEl>
                                        <p:attrNameLst>
                                          <p:attrName>style.visibility</p:attrName>
                                        </p:attrNameLst>
                                      </p:cBhvr>
                                      <p:to>
                                        <p:strVal val="visible"/>
                                      </p:to>
                                    </p:set>
                                  </p:childTnLst>
                                </p:cTn>
                              </p:par>
                              <p:par>
                                <p:cTn id="152" presetID="7" presetClass="emph" presetSubtype="1" nodeType="withEffect">
                                  <p:stCondLst>
                                    <p:cond delay="0"/>
                                  </p:stCondLst>
                                  <p:childTnLst>
                                    <p:set>
                                      <p:cBhvr>
                                        <p:cTn id="153" dur="indefinite"/>
                                        <p:tgtEl>
                                          <p:spTgt spid="29"/>
                                        </p:tgtEl>
                                        <p:attrNameLst>
                                          <p:attrName>stroke.color</p:attrName>
                                        </p:attrNameLst>
                                      </p:cBhvr>
                                      <p:to>
                                        <p:clrVal>
                                          <a:srgbClr val="FF0000"/>
                                        </p:clrVal>
                                      </p:to>
                                    </p:set>
                                    <p:set>
                                      <p:cBhvr>
                                        <p:cTn id="154" dur="indefinite"/>
                                        <p:tgtEl>
                                          <p:spTgt spid="29"/>
                                        </p:tgtEl>
                                        <p:attrNameLst>
                                          <p:attrName>stroke.on</p:attrName>
                                        </p:attrNameLst>
                                      </p:cBhvr>
                                      <p:to>
                                        <p:strVal val="true"/>
                                      </p:to>
                                    </p:set>
                                  </p:childTnLst>
                                </p:cTn>
                              </p:par>
                            </p:childTnLst>
                          </p:cTn>
                        </p:par>
                        <p:par>
                          <p:cTn id="155" fill="hold">
                            <p:stCondLst>
                              <p:cond delay="0"/>
                            </p:stCondLst>
                            <p:childTnLst>
                              <p:par>
                                <p:cTn id="156" presetID="1" presetClass="entr" presetSubtype="0" fill="hold" grpId="0" nodeType="afterEffect">
                                  <p:stCondLst>
                                    <p:cond delay="0"/>
                                  </p:stCondLst>
                                  <p:childTnLst>
                                    <p:set>
                                      <p:cBhvr>
                                        <p:cTn id="157" dur="1" fill="hold">
                                          <p:stCondLst>
                                            <p:cond delay="0"/>
                                          </p:stCondLst>
                                        </p:cTn>
                                        <p:tgtEl>
                                          <p:spTgt spid="30"/>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nodeType="clickEffect">
                                  <p:stCondLst>
                                    <p:cond delay="0"/>
                                  </p:stCondLst>
                                  <p:childTnLst>
                                    <p:set>
                                      <p:cBhvr>
                                        <p:cTn id="161" dur="1" fill="hold">
                                          <p:stCondLst>
                                            <p:cond delay="0"/>
                                          </p:stCondLst>
                                        </p:cTn>
                                        <p:tgtEl>
                                          <p:spTgt spid="26"/>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25"/>
                                        </p:tgtEl>
                                        <p:attrNameLst>
                                          <p:attrName>style.visibility</p:attrName>
                                        </p:attrNameLst>
                                      </p:cBhvr>
                                      <p:to>
                                        <p:strVal val="visible"/>
                                      </p:to>
                                    </p:set>
                                  </p:childTnLst>
                                </p:cTn>
                              </p:par>
                              <p:par>
                                <p:cTn id="164" presetID="7" presetClass="emph" presetSubtype="1" nodeType="withEffect">
                                  <p:stCondLst>
                                    <p:cond delay="0"/>
                                  </p:stCondLst>
                                  <p:childTnLst>
                                    <p:set>
                                      <p:cBhvr>
                                        <p:cTn id="165" dur="indefinite"/>
                                        <p:tgtEl>
                                          <p:spTgt spid="25"/>
                                        </p:tgtEl>
                                        <p:attrNameLst>
                                          <p:attrName>stroke.color</p:attrName>
                                        </p:attrNameLst>
                                      </p:cBhvr>
                                      <p:to>
                                        <p:clrVal>
                                          <a:srgbClr val="FF0000"/>
                                        </p:clrVal>
                                      </p:to>
                                    </p:set>
                                    <p:set>
                                      <p:cBhvr>
                                        <p:cTn id="166" dur="indefinite"/>
                                        <p:tgtEl>
                                          <p:spTgt spid="25"/>
                                        </p:tgtEl>
                                        <p:attrNameLst>
                                          <p:attrName>stroke.on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nodeType="clickEffect">
                                  <p:stCondLst>
                                    <p:cond delay="0"/>
                                  </p:stCondLst>
                                  <p:childTnLst>
                                    <p:set>
                                      <p:cBhvr>
                                        <p:cTn id="170" dur="1" fill="hold">
                                          <p:stCondLst>
                                            <p:cond delay="0"/>
                                          </p:stCondLst>
                                        </p:cTn>
                                        <p:tgtEl>
                                          <p:spTgt spid="23"/>
                                        </p:tgtEl>
                                        <p:attrNameLst>
                                          <p:attrName>style.visibility</p:attrName>
                                        </p:attrNameLst>
                                      </p:cBhvr>
                                      <p:to>
                                        <p:strVal val="hidden"/>
                                      </p:to>
                                    </p:set>
                                  </p:childTnLst>
                                </p:cTn>
                              </p:par>
                              <p:par>
                                <p:cTn id="171" presetID="1" presetClass="entr" presetSubtype="0" fill="hold" nodeType="withEffect">
                                  <p:stCondLst>
                                    <p:cond delay="0"/>
                                  </p:stCondLst>
                                  <p:childTnLst>
                                    <p:set>
                                      <p:cBhvr>
                                        <p:cTn id="172" dur="1" fill="hold">
                                          <p:stCondLst>
                                            <p:cond delay="0"/>
                                          </p:stCondLst>
                                        </p:cTn>
                                        <p:tgtEl>
                                          <p:spTgt spid="27"/>
                                        </p:tgtEl>
                                        <p:attrNameLst>
                                          <p:attrName>style.visibility</p:attrName>
                                        </p:attrNameLst>
                                      </p:cBhvr>
                                      <p:to>
                                        <p:strVal val="visible"/>
                                      </p:to>
                                    </p:set>
                                  </p:childTnLst>
                                </p:cTn>
                              </p:par>
                              <p:par>
                                <p:cTn id="173" presetID="7" presetClass="emph" presetSubtype="1" nodeType="withEffect">
                                  <p:stCondLst>
                                    <p:cond delay="0"/>
                                  </p:stCondLst>
                                  <p:childTnLst>
                                    <p:set>
                                      <p:cBhvr>
                                        <p:cTn id="174" dur="indefinite"/>
                                        <p:tgtEl>
                                          <p:spTgt spid="27"/>
                                        </p:tgtEl>
                                        <p:attrNameLst>
                                          <p:attrName>stroke.color</p:attrName>
                                        </p:attrNameLst>
                                      </p:cBhvr>
                                      <p:to>
                                        <p:clrVal>
                                          <a:srgbClr val="FF0000"/>
                                        </p:clrVal>
                                      </p:to>
                                    </p:set>
                                    <p:set>
                                      <p:cBhvr>
                                        <p:cTn id="175" dur="indefinite"/>
                                        <p:tgtEl>
                                          <p:spTgt spid="27"/>
                                        </p:tgtEl>
                                        <p:attrNameLst>
                                          <p:attrName>stroke.on</p:attrName>
                                        </p:attrNameLst>
                                      </p:cBhvr>
                                      <p:to>
                                        <p:strVal val="true"/>
                                      </p:to>
                                    </p:set>
                                  </p:childTnLst>
                                </p:cTn>
                              </p:par>
                            </p:childTnLst>
                          </p:cTn>
                        </p:par>
                        <p:par>
                          <p:cTn id="176" fill="hold">
                            <p:stCondLst>
                              <p:cond delay="0"/>
                            </p:stCondLst>
                            <p:childTnLst>
                              <p:par>
                                <p:cTn id="177" presetID="1" presetClass="entr" presetSubtype="0" fill="hold" grpId="0" nodeType="afterEffect">
                                  <p:stCondLst>
                                    <p:cond delay="0"/>
                                  </p:stCondLst>
                                  <p:childTnLst>
                                    <p:set>
                                      <p:cBhvr>
                                        <p:cTn id="178" dur="1" fill="hold">
                                          <p:stCondLst>
                                            <p:cond delay="0"/>
                                          </p:stCondLst>
                                        </p:cTn>
                                        <p:tgtEl>
                                          <p:spTgt spid="5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32"/>
                                        </p:tgtEl>
                                        <p:attrNameLst>
                                          <p:attrName>style.visibility</p:attrName>
                                        </p:attrNameLst>
                                      </p:cBhvr>
                                      <p:to>
                                        <p:strVal val="visible"/>
                                      </p:to>
                                    </p:set>
                                  </p:childTnLst>
                                </p:cTn>
                              </p:par>
                              <p:par>
                                <p:cTn id="183" presetID="7" presetClass="emph" presetSubtype="1" nodeType="withEffect">
                                  <p:stCondLst>
                                    <p:cond delay="0"/>
                                  </p:stCondLst>
                                  <p:childTnLst>
                                    <p:set>
                                      <p:cBhvr>
                                        <p:cTn id="184" dur="indefinite"/>
                                        <p:tgtEl>
                                          <p:spTgt spid="28"/>
                                        </p:tgtEl>
                                        <p:attrNameLst>
                                          <p:attrName>stroke.color</p:attrName>
                                        </p:attrNameLst>
                                      </p:cBhvr>
                                      <p:to>
                                        <p:clrVal>
                                          <a:schemeClr val="tx1"/>
                                        </p:clrVal>
                                      </p:to>
                                    </p:set>
                                    <p:set>
                                      <p:cBhvr>
                                        <p:cTn id="185" dur="indefinite"/>
                                        <p:tgtEl>
                                          <p:spTgt spid="28"/>
                                        </p:tgtEl>
                                        <p:attrNameLst>
                                          <p:attrName>stroke.on</p:attrName>
                                        </p:attrNameLst>
                                      </p:cBhvr>
                                      <p:to>
                                        <p:strVal val="true"/>
                                      </p:to>
                                    </p:set>
                                  </p:childTnLst>
                                </p:cTn>
                              </p:par>
                              <p:par>
                                <p:cTn id="186" presetID="7" presetClass="emph" presetSubtype="1" nodeType="withEffect">
                                  <p:stCondLst>
                                    <p:cond delay="0"/>
                                  </p:stCondLst>
                                  <p:childTnLst>
                                    <p:set>
                                      <p:cBhvr>
                                        <p:cTn id="187" dur="indefinite"/>
                                        <p:tgtEl>
                                          <p:spTgt spid="29"/>
                                        </p:tgtEl>
                                        <p:attrNameLst>
                                          <p:attrName>stroke.color</p:attrName>
                                        </p:attrNameLst>
                                      </p:cBhvr>
                                      <p:to>
                                        <p:clrVal>
                                          <a:schemeClr val="tx1"/>
                                        </p:clrVal>
                                      </p:to>
                                    </p:set>
                                    <p:set>
                                      <p:cBhvr>
                                        <p:cTn id="188" dur="indefinite"/>
                                        <p:tgtEl>
                                          <p:spTgt spid="29"/>
                                        </p:tgtEl>
                                        <p:attrNameLst>
                                          <p:attrName>stroke.on</p:attrName>
                                        </p:attrNameLst>
                                      </p:cBhvr>
                                      <p:to>
                                        <p:strVal val="true"/>
                                      </p:to>
                                    </p:set>
                                  </p:childTnLst>
                                </p:cTn>
                              </p:par>
                              <p:par>
                                <p:cTn id="189" presetID="7" presetClass="emph" presetSubtype="1" nodeType="withEffect">
                                  <p:stCondLst>
                                    <p:cond delay="0"/>
                                  </p:stCondLst>
                                  <p:childTnLst>
                                    <p:set>
                                      <p:cBhvr>
                                        <p:cTn id="190" dur="indefinite"/>
                                        <p:tgtEl>
                                          <p:spTgt spid="27"/>
                                        </p:tgtEl>
                                        <p:attrNameLst>
                                          <p:attrName>stroke.color</p:attrName>
                                        </p:attrNameLst>
                                      </p:cBhvr>
                                      <p:to>
                                        <p:clrVal>
                                          <a:schemeClr val="tx1"/>
                                        </p:clrVal>
                                      </p:to>
                                    </p:set>
                                    <p:set>
                                      <p:cBhvr>
                                        <p:cTn id="191" dur="indefinite"/>
                                        <p:tgtEl>
                                          <p:spTgt spid="27"/>
                                        </p:tgtEl>
                                        <p:attrNameLst>
                                          <p:attrName>stroke.on</p:attrName>
                                        </p:attrNameLst>
                                      </p:cBhvr>
                                      <p:to>
                                        <p:strVal val="true"/>
                                      </p:to>
                                    </p:set>
                                  </p:childTnLst>
                                </p:cTn>
                              </p:par>
                              <p:par>
                                <p:cTn id="192" presetID="7" presetClass="emph" presetSubtype="1" nodeType="withEffect">
                                  <p:stCondLst>
                                    <p:cond delay="0"/>
                                  </p:stCondLst>
                                  <p:childTnLst>
                                    <p:set>
                                      <p:cBhvr>
                                        <p:cTn id="193" dur="indefinite"/>
                                        <p:tgtEl>
                                          <p:spTgt spid="25"/>
                                        </p:tgtEl>
                                        <p:attrNameLst>
                                          <p:attrName>stroke.color</p:attrName>
                                        </p:attrNameLst>
                                      </p:cBhvr>
                                      <p:to>
                                        <p:clrVal>
                                          <a:schemeClr val="tx1"/>
                                        </p:clrVal>
                                      </p:to>
                                    </p:set>
                                    <p:set>
                                      <p:cBhvr>
                                        <p:cTn id="194" dur="indefinite"/>
                                        <p:tgtEl>
                                          <p:spTgt spid="25"/>
                                        </p:tgtEl>
                                        <p:attrNameLst>
                                          <p:attrName>stroke.on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49"/>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33"/>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9"/>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4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34"/>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40"/>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4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35"/>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41"/>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46"/>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36"/>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4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47"/>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37"/>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43"/>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48"/>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3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xit" presetSubtype="0" fill="hold" grpId="1" nodeType="clickEffect">
                                  <p:stCondLst>
                                    <p:cond delay="0"/>
                                  </p:stCondLst>
                                  <p:childTnLst>
                                    <p:set>
                                      <p:cBhvr>
                                        <p:cTn id="234" dur="1" fill="hold">
                                          <p:stCondLst>
                                            <p:cond delay="0"/>
                                          </p:stCondLst>
                                        </p:cTn>
                                        <p:tgtEl>
                                          <p:spTgt spid="32"/>
                                        </p:tgtEl>
                                        <p:attrNameLst>
                                          <p:attrName>style.visibility</p:attrName>
                                        </p:attrNameLst>
                                      </p:cBhvr>
                                      <p:to>
                                        <p:strVal val="hidden"/>
                                      </p:to>
                                    </p:set>
                                  </p:childTnLst>
                                </p:cTn>
                              </p:par>
                              <p:par>
                                <p:cTn id="235" presetID="1" presetClass="exit" presetSubtype="0" fill="hold" grpId="1" nodeType="withEffect">
                                  <p:stCondLst>
                                    <p:cond delay="0"/>
                                  </p:stCondLst>
                                  <p:childTnLst>
                                    <p:set>
                                      <p:cBhvr>
                                        <p:cTn id="236" dur="1" fill="hold">
                                          <p:stCondLst>
                                            <p:cond delay="0"/>
                                          </p:stCondLst>
                                        </p:cTn>
                                        <p:tgtEl>
                                          <p:spTgt spid="24"/>
                                        </p:tgtEl>
                                        <p:attrNameLst>
                                          <p:attrName>style.visibility</p:attrName>
                                        </p:attrNameLst>
                                      </p:cBhvr>
                                      <p:to>
                                        <p:strVal val="hidden"/>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50"/>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nodeType="clickEffect">
                                  <p:stCondLst>
                                    <p:cond delay="0"/>
                                  </p:stCondLst>
                                  <p:childTnLst>
                                    <p:set>
                                      <p:cBhvr>
                                        <p:cTn id="243" dur="1" fill="hold">
                                          <p:stCondLst>
                                            <p:cond delay="0"/>
                                          </p:stCondLst>
                                        </p:cTn>
                                        <p:tgtEl>
                                          <p:spTgt spid="53"/>
                                        </p:tgtEl>
                                        <p:attrNameLst>
                                          <p:attrName>style.visibility</p:attrName>
                                        </p:attrNameLst>
                                      </p:cBhvr>
                                      <p:to>
                                        <p:strVal val="visible"/>
                                      </p:to>
                                    </p:set>
                                  </p:childTnLst>
                                </p:cTn>
                              </p:par>
                              <p:par>
                                <p:cTn id="244" presetID="7" presetClass="emph" presetSubtype="1" nodeType="withEffect">
                                  <p:stCondLst>
                                    <p:cond delay="0"/>
                                  </p:stCondLst>
                                  <p:childTnLst>
                                    <p:set>
                                      <p:cBhvr>
                                        <p:cTn id="245" dur="indefinite"/>
                                        <p:tgtEl>
                                          <p:spTgt spid="53"/>
                                        </p:tgtEl>
                                        <p:attrNameLst>
                                          <p:attrName>stroke.color</p:attrName>
                                        </p:attrNameLst>
                                      </p:cBhvr>
                                      <p:to>
                                        <p:clrVal>
                                          <a:srgbClr val="FF0000"/>
                                        </p:clrVal>
                                      </p:to>
                                    </p:set>
                                    <p:set>
                                      <p:cBhvr>
                                        <p:cTn id="246" dur="indefinite"/>
                                        <p:tgtEl>
                                          <p:spTgt spid="53"/>
                                        </p:tgtEl>
                                        <p:attrNameLst>
                                          <p:attrName>stroke.on</p:attrName>
                                        </p:attrNameLst>
                                      </p:cBhvr>
                                      <p:to>
                                        <p:strVal val="true"/>
                                      </p:to>
                                    </p:set>
                                  </p:childTnLst>
                                </p:cTn>
                              </p:par>
                              <p:par>
                                <p:cTn id="247" presetID="1" presetClass="exit" presetSubtype="0" fill="hold" nodeType="withEffect">
                                  <p:stCondLst>
                                    <p:cond delay="0"/>
                                  </p:stCondLst>
                                  <p:childTnLst>
                                    <p:set>
                                      <p:cBhvr>
                                        <p:cTn id="248" dur="1" fill="hold">
                                          <p:stCondLst>
                                            <p:cond delay="0"/>
                                          </p:stCondLst>
                                        </p:cTn>
                                        <p:tgtEl>
                                          <p:spTgt spid="49"/>
                                        </p:tgtEl>
                                        <p:attrNameLst>
                                          <p:attrName>style.visibility</p:attrName>
                                        </p:attrNameLst>
                                      </p:cBhvr>
                                      <p:to>
                                        <p:strVal val="hidden"/>
                                      </p:to>
                                    </p:set>
                                  </p:childTnLst>
                                </p:cTn>
                              </p:par>
                            </p:childTnLst>
                          </p:cTn>
                        </p:par>
                        <p:par>
                          <p:cTn id="249" fill="hold">
                            <p:stCondLst>
                              <p:cond delay="0"/>
                            </p:stCondLst>
                            <p:childTnLst>
                              <p:par>
                                <p:cTn id="250" presetID="1" presetClass="entr" presetSubtype="0" fill="hold" grpId="0" nodeType="afterEffect">
                                  <p:stCondLst>
                                    <p:cond delay="0"/>
                                  </p:stCondLst>
                                  <p:childTnLst>
                                    <p:set>
                                      <p:cBhvr>
                                        <p:cTn id="251" dur="1" fill="hold">
                                          <p:stCondLst>
                                            <p:cond delay="0"/>
                                          </p:stCondLst>
                                        </p:cTn>
                                        <p:tgtEl>
                                          <p:spTgt spid="58"/>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nodeType="clickEffect">
                                  <p:stCondLst>
                                    <p:cond delay="0"/>
                                  </p:stCondLst>
                                  <p:childTnLst>
                                    <p:set>
                                      <p:cBhvr>
                                        <p:cTn id="255" dur="1" fill="hold">
                                          <p:stCondLst>
                                            <p:cond delay="0"/>
                                          </p:stCondLst>
                                        </p:cTn>
                                        <p:tgtEl>
                                          <p:spTgt spid="54"/>
                                        </p:tgtEl>
                                        <p:attrNameLst>
                                          <p:attrName>style.visibility</p:attrName>
                                        </p:attrNameLst>
                                      </p:cBhvr>
                                      <p:to>
                                        <p:strVal val="visible"/>
                                      </p:to>
                                    </p:set>
                                  </p:childTnLst>
                                </p:cTn>
                              </p:par>
                              <p:par>
                                <p:cTn id="256" presetID="7" presetClass="emph" presetSubtype="1" nodeType="withEffect">
                                  <p:stCondLst>
                                    <p:cond delay="0"/>
                                  </p:stCondLst>
                                  <p:childTnLst>
                                    <p:set>
                                      <p:cBhvr>
                                        <p:cTn id="257" dur="indefinite"/>
                                        <p:tgtEl>
                                          <p:spTgt spid="54"/>
                                        </p:tgtEl>
                                        <p:attrNameLst>
                                          <p:attrName>stroke.color</p:attrName>
                                        </p:attrNameLst>
                                      </p:cBhvr>
                                      <p:to>
                                        <p:clrVal>
                                          <a:srgbClr val="FF0000"/>
                                        </p:clrVal>
                                      </p:to>
                                    </p:set>
                                    <p:set>
                                      <p:cBhvr>
                                        <p:cTn id="258" dur="indefinite"/>
                                        <p:tgtEl>
                                          <p:spTgt spid="54"/>
                                        </p:tgtEl>
                                        <p:attrNameLst>
                                          <p:attrName>stroke.on</p:attrName>
                                        </p:attrNameLst>
                                      </p:cBhvr>
                                      <p:to>
                                        <p:strVal val="true"/>
                                      </p:to>
                                    </p:set>
                                  </p:childTnLst>
                                </p:cTn>
                              </p:par>
                            </p:childTnLst>
                          </p:cTn>
                        </p:par>
                        <p:par>
                          <p:cTn id="259" fill="hold">
                            <p:stCondLst>
                              <p:cond delay="0"/>
                            </p:stCondLst>
                            <p:childTnLst>
                              <p:par>
                                <p:cTn id="260" presetID="1" presetClass="entr" presetSubtype="0" fill="hold" grpId="0" nodeType="afterEffect">
                                  <p:stCondLst>
                                    <p:cond delay="0"/>
                                  </p:stCondLst>
                                  <p:childTnLst>
                                    <p:set>
                                      <p:cBhvr>
                                        <p:cTn id="261" dur="1" fill="hold">
                                          <p:stCondLst>
                                            <p:cond delay="0"/>
                                          </p:stCondLst>
                                        </p:cTn>
                                        <p:tgtEl>
                                          <p:spTgt spid="56"/>
                                        </p:tgtEl>
                                        <p:attrNameLst>
                                          <p:attrName>style.visibility</p:attrName>
                                        </p:attrNameLst>
                                      </p:cBhvr>
                                      <p:to>
                                        <p:strVal val="visible"/>
                                      </p:to>
                                    </p:set>
                                  </p:childTnLst>
                                </p:cTn>
                              </p:par>
                            </p:childTnLst>
                          </p:cTn>
                        </p:par>
                      </p:childTnLst>
                    </p:cTn>
                  </p:par>
                  <p:par>
                    <p:cTn id="262" fill="hold">
                      <p:stCondLst>
                        <p:cond delay="indefinite"/>
                      </p:stCondLst>
                      <p:childTnLst>
                        <p:par>
                          <p:cTn id="263" fill="hold">
                            <p:stCondLst>
                              <p:cond delay="0"/>
                            </p:stCondLst>
                            <p:childTnLst>
                              <p:par>
                                <p:cTn id="264" presetID="1" presetClass="entr" presetSubtype="0" fill="hold" nodeType="clickEffect">
                                  <p:stCondLst>
                                    <p:cond delay="0"/>
                                  </p:stCondLst>
                                  <p:childTnLst>
                                    <p:set>
                                      <p:cBhvr>
                                        <p:cTn id="265" dur="1" fill="hold">
                                          <p:stCondLst>
                                            <p:cond delay="0"/>
                                          </p:stCondLst>
                                        </p:cTn>
                                        <p:tgtEl>
                                          <p:spTgt spid="55"/>
                                        </p:tgtEl>
                                        <p:attrNameLst>
                                          <p:attrName>style.visibility</p:attrName>
                                        </p:attrNameLst>
                                      </p:cBhvr>
                                      <p:to>
                                        <p:strVal val="visible"/>
                                      </p:to>
                                    </p:set>
                                  </p:childTnLst>
                                </p:cTn>
                              </p:par>
                              <p:par>
                                <p:cTn id="266" presetID="7" presetClass="emph" presetSubtype="1" nodeType="withEffect">
                                  <p:stCondLst>
                                    <p:cond delay="0"/>
                                  </p:stCondLst>
                                  <p:childTnLst>
                                    <p:set>
                                      <p:cBhvr>
                                        <p:cTn id="267" dur="indefinite"/>
                                        <p:tgtEl>
                                          <p:spTgt spid="55"/>
                                        </p:tgtEl>
                                        <p:attrNameLst>
                                          <p:attrName>stroke.color</p:attrName>
                                        </p:attrNameLst>
                                      </p:cBhvr>
                                      <p:to>
                                        <p:clrVal>
                                          <a:srgbClr val="FF0000"/>
                                        </p:clrVal>
                                      </p:to>
                                    </p:set>
                                    <p:set>
                                      <p:cBhvr>
                                        <p:cTn id="268" dur="indefinite"/>
                                        <p:tgtEl>
                                          <p:spTgt spid="55"/>
                                        </p:tgtEl>
                                        <p:attrNameLst>
                                          <p:attrName>stroke.on</p:attrName>
                                        </p:attrNameLst>
                                      </p:cBhvr>
                                      <p:to>
                                        <p:strVal val="true"/>
                                      </p:to>
                                    </p:set>
                                  </p:childTnLst>
                                </p:cTn>
                              </p:par>
                            </p:childTnLst>
                          </p:cTn>
                        </p:par>
                        <p:par>
                          <p:cTn id="269" fill="hold">
                            <p:stCondLst>
                              <p:cond delay="0"/>
                            </p:stCondLst>
                            <p:childTnLst>
                              <p:par>
                                <p:cTn id="270" presetID="1" presetClass="entr" presetSubtype="0" fill="hold" grpId="0" nodeType="afterEffect">
                                  <p:stCondLst>
                                    <p:cond delay="0"/>
                                  </p:stCondLst>
                                  <p:childTnLst>
                                    <p:set>
                                      <p:cBhvr>
                                        <p:cTn id="271" dur="1" fill="hold">
                                          <p:stCondLst>
                                            <p:cond delay="0"/>
                                          </p:stCondLst>
                                        </p:cTn>
                                        <p:tgtEl>
                                          <p:spTgt spid="57"/>
                                        </p:tgtEl>
                                        <p:attrNameLst>
                                          <p:attrName>style.visibility</p:attrName>
                                        </p:attrNameLst>
                                      </p:cBhvr>
                                      <p:to>
                                        <p:strVal val="visible"/>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 nodeType="clickEffect">
                                  <p:stCondLst>
                                    <p:cond delay="0"/>
                                  </p:stCondLst>
                                  <p:childTnLst>
                                    <p:set>
                                      <p:cBhvr>
                                        <p:cTn id="275" dur="1" fill="hold">
                                          <p:stCondLst>
                                            <p:cond delay="0"/>
                                          </p:stCondLst>
                                        </p:cTn>
                                        <p:tgtEl>
                                          <p:spTgt spid="5"/>
                                        </p:tgtEl>
                                        <p:attrNameLst>
                                          <p:attrName>style.visibility</p:attrName>
                                        </p:attrNameLst>
                                      </p:cBhvr>
                                      <p:to>
                                        <p:strVal val="hidden"/>
                                      </p:to>
                                    </p:set>
                                  </p:childTnLst>
                                </p:cTn>
                              </p:par>
                              <p:par>
                                <p:cTn id="276" presetID="1" presetClass="entr" presetSubtype="0" fill="hold" grpId="0" nodeType="withEffect">
                                  <p:stCondLst>
                                    <p:cond delay="0"/>
                                  </p:stCondLst>
                                  <p:childTnLst>
                                    <p:set>
                                      <p:cBhvr>
                                        <p:cTn id="277" dur="1" fill="hold">
                                          <p:stCondLst>
                                            <p:cond delay="0"/>
                                          </p:stCondLst>
                                        </p:cTn>
                                        <p:tgtEl>
                                          <p:spTgt spid="51"/>
                                        </p:tgtEl>
                                        <p:attrNameLst>
                                          <p:attrName>style.visibility</p:attrName>
                                        </p:attrNameLst>
                                      </p:cBhvr>
                                      <p:to>
                                        <p:strVal val="visible"/>
                                      </p:to>
                                    </p:set>
                                  </p:childTnLst>
                                </p:cTn>
                              </p:par>
                              <p:par>
                                <p:cTn id="278" presetID="7" presetClass="emph" presetSubtype="1" nodeType="withEffect">
                                  <p:stCondLst>
                                    <p:cond delay="0"/>
                                  </p:stCondLst>
                                  <p:childTnLst>
                                    <p:set>
                                      <p:cBhvr>
                                        <p:cTn id="279" dur="indefinite"/>
                                        <p:tgtEl>
                                          <p:spTgt spid="51"/>
                                        </p:tgtEl>
                                        <p:attrNameLst>
                                          <p:attrName>stroke.color</p:attrName>
                                        </p:attrNameLst>
                                      </p:cBhvr>
                                      <p:to>
                                        <p:clrVal>
                                          <a:srgbClr val="FF0000"/>
                                        </p:clrVal>
                                      </p:to>
                                    </p:set>
                                    <p:set>
                                      <p:cBhvr>
                                        <p:cTn id="280" dur="indefinite"/>
                                        <p:tgtEl>
                                          <p:spTgt spid="51"/>
                                        </p:tgtEl>
                                        <p:attrNameLst>
                                          <p:attrName>stroke.on</p:attrName>
                                        </p:attrNameLst>
                                      </p:cBhvr>
                                      <p:to>
                                        <p:strVal val="true"/>
                                      </p:to>
                                    </p:set>
                                  </p:childTnLst>
                                </p:cTn>
                              </p:par>
                            </p:childTnLst>
                          </p:cTn>
                        </p:par>
                      </p:childTnLst>
                    </p:cTn>
                  </p:par>
                  <p:par>
                    <p:cTn id="281" fill="hold">
                      <p:stCondLst>
                        <p:cond delay="indefinite"/>
                      </p:stCondLst>
                      <p:childTnLst>
                        <p:par>
                          <p:cTn id="282" fill="hold">
                            <p:stCondLst>
                              <p:cond delay="0"/>
                            </p:stCondLst>
                            <p:childTnLst>
                              <p:par>
                                <p:cTn id="283" presetID="1" presetClass="exit" presetSubtype="0" fill="hold" grpId="1" nodeType="clickEffect">
                                  <p:stCondLst>
                                    <p:cond delay="0"/>
                                  </p:stCondLst>
                                  <p:childTnLst>
                                    <p:set>
                                      <p:cBhvr>
                                        <p:cTn id="284" dur="1" fill="hold">
                                          <p:stCondLst>
                                            <p:cond delay="0"/>
                                          </p:stCondLst>
                                        </p:cTn>
                                        <p:tgtEl>
                                          <p:spTgt spid="9"/>
                                        </p:tgtEl>
                                        <p:attrNameLst>
                                          <p:attrName>style.visibility</p:attrName>
                                        </p:attrNameLst>
                                      </p:cBhvr>
                                      <p:to>
                                        <p:strVal val="hidden"/>
                                      </p:to>
                                    </p:set>
                                  </p:childTnLst>
                                </p:cTn>
                              </p:par>
                              <p:par>
                                <p:cTn id="285" presetID="1" presetClass="entr" presetSubtype="0" fill="hold" grpId="0" nodeType="withEffect">
                                  <p:stCondLst>
                                    <p:cond delay="0"/>
                                  </p:stCondLst>
                                  <p:childTnLst>
                                    <p:set>
                                      <p:cBhvr>
                                        <p:cTn id="286" dur="1" fill="hold">
                                          <p:stCondLst>
                                            <p:cond delay="0"/>
                                          </p:stCondLst>
                                        </p:cTn>
                                        <p:tgtEl>
                                          <p:spTgt spid="52"/>
                                        </p:tgtEl>
                                        <p:attrNameLst>
                                          <p:attrName>style.visibility</p:attrName>
                                        </p:attrNameLst>
                                      </p:cBhvr>
                                      <p:to>
                                        <p:strVal val="visible"/>
                                      </p:to>
                                    </p:set>
                                  </p:childTnLst>
                                </p:cTn>
                              </p:par>
                              <p:par>
                                <p:cTn id="287" presetID="7" presetClass="emph" presetSubtype="1" nodeType="withEffect">
                                  <p:stCondLst>
                                    <p:cond delay="0"/>
                                  </p:stCondLst>
                                  <p:childTnLst>
                                    <p:set>
                                      <p:cBhvr>
                                        <p:cTn id="288" dur="indefinite"/>
                                        <p:tgtEl>
                                          <p:spTgt spid="52"/>
                                        </p:tgtEl>
                                        <p:attrNameLst>
                                          <p:attrName>stroke.color</p:attrName>
                                        </p:attrNameLst>
                                      </p:cBhvr>
                                      <p:to>
                                        <p:clrVal>
                                          <a:srgbClr val="FF0000"/>
                                        </p:clrVal>
                                      </p:to>
                                    </p:set>
                                    <p:set>
                                      <p:cBhvr>
                                        <p:cTn id="289" dur="indefinite"/>
                                        <p:tgtEl>
                                          <p:spTgt spid="52"/>
                                        </p:tgtEl>
                                        <p:attrNameLst>
                                          <p:attrName>stroke.on</p:attrName>
                                        </p:attrNameLst>
                                      </p:cBhvr>
                                      <p:to>
                                        <p:strVal val="true"/>
                                      </p:to>
                                    </p:set>
                                  </p:childTnLst>
                                </p:cTn>
                              </p:par>
                            </p:childTnLst>
                          </p:cTn>
                        </p:par>
                      </p:childTnLst>
                    </p:cTn>
                  </p:par>
                  <p:par>
                    <p:cTn id="290" fill="hold">
                      <p:stCondLst>
                        <p:cond delay="indefinite"/>
                      </p:stCondLst>
                      <p:childTnLst>
                        <p:par>
                          <p:cTn id="291" fill="hold">
                            <p:stCondLst>
                              <p:cond delay="0"/>
                            </p:stCondLst>
                            <p:childTnLst>
                              <p:par>
                                <p:cTn id="292" presetID="1" presetClass="exit" presetSubtype="0" fill="hold" grpId="1" nodeType="clickEffect">
                                  <p:stCondLst>
                                    <p:cond delay="0"/>
                                  </p:stCondLst>
                                  <p:childTnLst>
                                    <p:set>
                                      <p:cBhvr>
                                        <p:cTn id="293" dur="1" fill="hold">
                                          <p:stCondLst>
                                            <p:cond delay="0"/>
                                          </p:stCondLst>
                                        </p:cTn>
                                        <p:tgtEl>
                                          <p:spTgt spid="25"/>
                                        </p:tgtEl>
                                        <p:attrNameLst>
                                          <p:attrName>style.visibility</p:attrName>
                                        </p:attrNameLst>
                                      </p:cBhvr>
                                      <p:to>
                                        <p:strVal val="hidden"/>
                                      </p:to>
                                    </p:set>
                                  </p:childTnLst>
                                </p:cTn>
                              </p:par>
                              <p:par>
                                <p:cTn id="294" presetID="1" presetClass="entr" presetSubtype="0" fill="hold" grpId="0" nodeType="withEffect">
                                  <p:stCondLst>
                                    <p:cond delay="0"/>
                                  </p:stCondLst>
                                  <p:childTnLst>
                                    <p:set>
                                      <p:cBhvr>
                                        <p:cTn id="295" dur="1" fill="hold">
                                          <p:stCondLst>
                                            <p:cond delay="0"/>
                                          </p:stCondLst>
                                        </p:cTn>
                                        <p:tgtEl>
                                          <p:spTgt spid="60"/>
                                        </p:tgtEl>
                                        <p:attrNameLst>
                                          <p:attrName>style.visibility</p:attrName>
                                        </p:attrNameLst>
                                      </p:cBhvr>
                                      <p:to>
                                        <p:strVal val="visible"/>
                                      </p:to>
                                    </p:set>
                                  </p:childTnLst>
                                </p:cTn>
                              </p:par>
                              <p:par>
                                <p:cTn id="296" presetID="7" presetClass="emph" presetSubtype="1" nodeType="withEffect">
                                  <p:stCondLst>
                                    <p:cond delay="0"/>
                                  </p:stCondLst>
                                  <p:childTnLst>
                                    <p:set>
                                      <p:cBhvr>
                                        <p:cTn id="297" dur="indefinite"/>
                                        <p:tgtEl>
                                          <p:spTgt spid="60"/>
                                        </p:tgtEl>
                                        <p:attrNameLst>
                                          <p:attrName>stroke.color</p:attrName>
                                        </p:attrNameLst>
                                      </p:cBhvr>
                                      <p:to>
                                        <p:clrVal>
                                          <a:srgbClr val="FF0000"/>
                                        </p:clrVal>
                                      </p:to>
                                    </p:set>
                                    <p:set>
                                      <p:cBhvr>
                                        <p:cTn id="298" dur="indefinite"/>
                                        <p:tgtEl>
                                          <p:spTgt spid="60"/>
                                        </p:tgtEl>
                                        <p:attrNameLst>
                                          <p:attrName>stroke.on</p:attrName>
                                        </p:attrNameLst>
                                      </p:cBhvr>
                                      <p:to>
                                        <p:strVal val="true"/>
                                      </p:to>
                                    </p:set>
                                  </p:childTnLst>
                                </p:cTn>
                              </p:par>
                            </p:childTnLst>
                          </p:cTn>
                        </p:par>
                      </p:childTnLst>
                    </p:cTn>
                  </p:par>
                  <p:par>
                    <p:cTn id="299" fill="hold">
                      <p:stCondLst>
                        <p:cond delay="indefinite"/>
                      </p:stCondLst>
                      <p:childTnLst>
                        <p:par>
                          <p:cTn id="300" fill="hold">
                            <p:stCondLst>
                              <p:cond delay="0"/>
                            </p:stCondLst>
                            <p:childTnLst>
                              <p:par>
                                <p:cTn id="301" presetID="7" presetClass="emph" presetSubtype="1" nodeType="clickEffect">
                                  <p:stCondLst>
                                    <p:cond delay="0"/>
                                  </p:stCondLst>
                                  <p:childTnLst>
                                    <p:set>
                                      <p:cBhvr>
                                        <p:cTn id="302" dur="indefinite"/>
                                        <p:tgtEl>
                                          <p:spTgt spid="53"/>
                                        </p:tgtEl>
                                        <p:attrNameLst>
                                          <p:attrName>stroke.color</p:attrName>
                                        </p:attrNameLst>
                                      </p:cBhvr>
                                      <p:to>
                                        <p:clrVal>
                                          <a:schemeClr val="tx1"/>
                                        </p:clrVal>
                                      </p:to>
                                    </p:set>
                                    <p:set>
                                      <p:cBhvr>
                                        <p:cTn id="303" dur="indefinite"/>
                                        <p:tgtEl>
                                          <p:spTgt spid="53"/>
                                        </p:tgtEl>
                                        <p:attrNameLst>
                                          <p:attrName>stroke.on</p:attrName>
                                        </p:attrNameLst>
                                      </p:cBhvr>
                                      <p:to>
                                        <p:strVal val="true"/>
                                      </p:to>
                                    </p:set>
                                  </p:childTnLst>
                                </p:cTn>
                              </p:par>
                              <p:par>
                                <p:cTn id="304" presetID="7" presetClass="emph" presetSubtype="1" nodeType="withEffect">
                                  <p:stCondLst>
                                    <p:cond delay="0"/>
                                  </p:stCondLst>
                                  <p:childTnLst>
                                    <p:set>
                                      <p:cBhvr>
                                        <p:cTn id="305" dur="indefinite"/>
                                        <p:tgtEl>
                                          <p:spTgt spid="54"/>
                                        </p:tgtEl>
                                        <p:attrNameLst>
                                          <p:attrName>stroke.color</p:attrName>
                                        </p:attrNameLst>
                                      </p:cBhvr>
                                      <p:to>
                                        <p:clrVal>
                                          <a:schemeClr val="tx1"/>
                                        </p:clrVal>
                                      </p:to>
                                    </p:set>
                                    <p:set>
                                      <p:cBhvr>
                                        <p:cTn id="306" dur="indefinite"/>
                                        <p:tgtEl>
                                          <p:spTgt spid="54"/>
                                        </p:tgtEl>
                                        <p:attrNameLst>
                                          <p:attrName>stroke.on</p:attrName>
                                        </p:attrNameLst>
                                      </p:cBhvr>
                                      <p:to>
                                        <p:strVal val="true"/>
                                      </p:to>
                                    </p:set>
                                  </p:childTnLst>
                                </p:cTn>
                              </p:par>
                              <p:par>
                                <p:cTn id="307" presetID="7" presetClass="emph" presetSubtype="1" nodeType="withEffect">
                                  <p:stCondLst>
                                    <p:cond delay="0"/>
                                  </p:stCondLst>
                                  <p:childTnLst>
                                    <p:set>
                                      <p:cBhvr>
                                        <p:cTn id="308" dur="indefinite"/>
                                        <p:tgtEl>
                                          <p:spTgt spid="55"/>
                                        </p:tgtEl>
                                        <p:attrNameLst>
                                          <p:attrName>stroke.color</p:attrName>
                                        </p:attrNameLst>
                                      </p:cBhvr>
                                      <p:to>
                                        <p:clrVal>
                                          <a:schemeClr val="tx1"/>
                                        </p:clrVal>
                                      </p:to>
                                    </p:set>
                                    <p:set>
                                      <p:cBhvr>
                                        <p:cTn id="309" dur="indefinite"/>
                                        <p:tgtEl>
                                          <p:spTgt spid="55"/>
                                        </p:tgtEl>
                                        <p:attrNameLst>
                                          <p:attrName>stroke.on</p:attrName>
                                        </p:attrNameLst>
                                      </p:cBhvr>
                                      <p:to>
                                        <p:strVal val="true"/>
                                      </p:to>
                                    </p:set>
                                  </p:childTnLst>
                                </p:cTn>
                              </p:par>
                              <p:par>
                                <p:cTn id="310" presetID="7" presetClass="emph" presetSubtype="1" nodeType="withEffect">
                                  <p:stCondLst>
                                    <p:cond delay="0"/>
                                  </p:stCondLst>
                                  <p:childTnLst>
                                    <p:set>
                                      <p:cBhvr>
                                        <p:cTn id="311" dur="indefinite"/>
                                        <p:tgtEl>
                                          <p:spTgt spid="52"/>
                                        </p:tgtEl>
                                        <p:attrNameLst>
                                          <p:attrName>stroke.color</p:attrName>
                                        </p:attrNameLst>
                                      </p:cBhvr>
                                      <p:to>
                                        <p:clrVal>
                                          <a:schemeClr val="tx1"/>
                                        </p:clrVal>
                                      </p:to>
                                    </p:set>
                                    <p:set>
                                      <p:cBhvr>
                                        <p:cTn id="312" dur="indefinite"/>
                                        <p:tgtEl>
                                          <p:spTgt spid="52"/>
                                        </p:tgtEl>
                                        <p:attrNameLst>
                                          <p:attrName>stroke.on</p:attrName>
                                        </p:attrNameLst>
                                      </p:cBhvr>
                                      <p:to>
                                        <p:strVal val="true"/>
                                      </p:to>
                                    </p:set>
                                  </p:childTnLst>
                                </p:cTn>
                              </p:par>
                              <p:par>
                                <p:cTn id="313" presetID="7" presetClass="emph" presetSubtype="1" nodeType="withEffect">
                                  <p:stCondLst>
                                    <p:cond delay="0"/>
                                  </p:stCondLst>
                                  <p:childTnLst>
                                    <p:set>
                                      <p:cBhvr>
                                        <p:cTn id="314" dur="indefinite"/>
                                        <p:tgtEl>
                                          <p:spTgt spid="51"/>
                                        </p:tgtEl>
                                        <p:attrNameLst>
                                          <p:attrName>stroke.color</p:attrName>
                                        </p:attrNameLst>
                                      </p:cBhvr>
                                      <p:to>
                                        <p:clrVal>
                                          <a:schemeClr val="tx1"/>
                                        </p:clrVal>
                                      </p:to>
                                    </p:set>
                                    <p:set>
                                      <p:cBhvr>
                                        <p:cTn id="315" dur="indefinite"/>
                                        <p:tgtEl>
                                          <p:spTgt spid="51"/>
                                        </p:tgtEl>
                                        <p:attrNameLst>
                                          <p:attrName>stroke.on</p:attrName>
                                        </p:attrNameLst>
                                      </p:cBhvr>
                                      <p:to>
                                        <p:strVal val="true"/>
                                      </p:to>
                                    </p:set>
                                  </p:childTnLst>
                                </p:cTn>
                              </p:par>
                              <p:par>
                                <p:cTn id="316" presetID="7" presetClass="emph" presetSubtype="1" nodeType="withEffect">
                                  <p:stCondLst>
                                    <p:cond delay="0"/>
                                  </p:stCondLst>
                                  <p:childTnLst>
                                    <p:set>
                                      <p:cBhvr>
                                        <p:cTn id="317" dur="indefinite"/>
                                        <p:tgtEl>
                                          <p:spTgt spid="60"/>
                                        </p:tgtEl>
                                        <p:attrNameLst>
                                          <p:attrName>stroke.color</p:attrName>
                                        </p:attrNameLst>
                                      </p:cBhvr>
                                      <p:to>
                                        <p:clrVal>
                                          <a:schemeClr val="tx1"/>
                                        </p:clrVal>
                                      </p:to>
                                    </p:set>
                                    <p:set>
                                      <p:cBhvr>
                                        <p:cTn id="318" dur="indefinite"/>
                                        <p:tgtEl>
                                          <p:spTgt spid="6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animBg="1"/>
      <p:bldP spid="9" grpId="0" animBg="1"/>
      <p:bldP spid="9" grpId="1" animBg="1"/>
      <p:bldP spid="11" grpId="0" animBg="1"/>
      <p:bldP spid="13" grpId="0"/>
      <p:bldP spid="15" grpId="0"/>
      <p:bldP spid="15" grpId="1"/>
      <p:bldP spid="16" grpId="0"/>
      <p:bldP spid="16" grpId="1"/>
      <p:bldP spid="17" grpId="0"/>
      <p:bldP spid="17" grpId="1"/>
      <p:bldP spid="18" grpId="0" animBg="1"/>
      <p:bldP spid="21" grpId="0"/>
      <p:bldP spid="22" grpId="0"/>
      <p:bldP spid="24" grpId="0"/>
      <p:bldP spid="24" grpId="1"/>
      <p:bldP spid="25" grpId="0" animBg="1"/>
      <p:bldP spid="25" grpId="1" animBg="1"/>
      <p:bldP spid="30" grpId="0"/>
      <p:bldP spid="31" grpId="0"/>
      <p:bldP spid="32" grpId="0"/>
      <p:bldP spid="32" grpId="1"/>
      <p:bldP spid="33" grpId="0" animBg="1"/>
      <p:bldP spid="34" grpId="0" animBg="1"/>
      <p:bldP spid="35" grpId="0" animBg="1"/>
      <p:bldP spid="36" grpId="0" animBg="1"/>
      <p:bldP spid="37" grpId="0" animBg="1"/>
      <p:bldP spid="38" grpId="0" animBg="1"/>
      <p:bldP spid="44" grpId="0"/>
      <p:bldP spid="45" grpId="0"/>
      <p:bldP spid="46" grpId="0"/>
      <p:bldP spid="47" grpId="0"/>
      <p:bldP spid="48" grpId="0"/>
      <p:bldP spid="50" grpId="0"/>
      <p:bldP spid="51" grpId="0" animBg="1"/>
      <p:bldP spid="52" grpId="0" animBg="1"/>
      <p:bldP spid="56" grpId="0"/>
      <p:bldP spid="57" grpId="0"/>
      <p:bldP spid="58" grpId="0"/>
      <p:bldP spid="59" grpId="0"/>
      <p:bldP spid="6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86EEC8-7CCE-440A-F6E7-953EC80FF552}"/>
              </a:ext>
            </a:extLst>
          </p:cNvPr>
          <p:cNvSpPr>
            <a:spLocks noGrp="1"/>
          </p:cNvSpPr>
          <p:nvPr>
            <p:ph type="ftr" sz="quarter" idx="11"/>
          </p:nvPr>
        </p:nvSpPr>
        <p:spPr>
          <a:xfrm>
            <a:off x="19587" y="6450891"/>
            <a:ext cx="6124902" cy="365125"/>
          </a:xfrm>
        </p:spPr>
        <p:txBody>
          <a:bodyPr anchor="ctr">
            <a:normAutofit/>
          </a:bodyPr>
          <a:lstStyle/>
          <a:p>
            <a:pPr>
              <a:spcAft>
                <a:spcPts val="600"/>
              </a:spcAft>
            </a:pPr>
            <a:r>
              <a:rPr lang="en-US" dirty="0"/>
              <a:t>CSC3113: Theory of Computation</a:t>
            </a:r>
            <a:endParaRPr lang="en-US"/>
          </a:p>
        </p:txBody>
      </p:sp>
      <p:sp>
        <p:nvSpPr>
          <p:cNvPr id="11" name="Text Placeholder 2">
            <a:extLst>
              <a:ext uri="{FF2B5EF4-FFF2-40B4-BE49-F238E27FC236}">
                <a16:creationId xmlns:a16="http://schemas.microsoft.com/office/drawing/2014/main" id="{B48B0D7D-C073-724A-4020-C09E89AF7DBA}"/>
              </a:ext>
            </a:extLst>
          </p:cNvPr>
          <p:cNvSpPr>
            <a:spLocks noGrp="1"/>
          </p:cNvSpPr>
          <p:nvPr>
            <p:ph type="body" sz="quarter" idx="12"/>
          </p:nvPr>
        </p:nvSpPr>
        <p:spPr>
          <a:xfrm>
            <a:off x="0" y="0"/>
            <a:ext cx="8324850" cy="693738"/>
          </a:xfrm>
        </p:spPr>
        <p:txBody>
          <a:bodyPr/>
          <a:lstStyle/>
          <a:p>
            <a:r>
              <a:rPr lang="en-US" sz="2800" dirty="0"/>
              <a:t>applications of DFA and NFA across different fields</a:t>
            </a:r>
          </a:p>
        </p:txBody>
      </p:sp>
      <p:pic>
        <p:nvPicPr>
          <p:cNvPr id="6" name="Picture 5">
            <a:extLst>
              <a:ext uri="{FF2B5EF4-FFF2-40B4-BE49-F238E27FC236}">
                <a16:creationId xmlns:a16="http://schemas.microsoft.com/office/drawing/2014/main" id="{F252CBC0-0E6F-09B8-7222-D0158BCAFCA7}"/>
              </a:ext>
            </a:extLst>
          </p:cNvPr>
          <p:cNvPicPr>
            <a:picLocks noChangeAspect="1"/>
          </p:cNvPicPr>
          <p:nvPr/>
        </p:nvPicPr>
        <p:blipFill>
          <a:blip r:embed="rId2"/>
          <a:stretch>
            <a:fillRect/>
          </a:stretch>
        </p:blipFill>
        <p:spPr>
          <a:xfrm>
            <a:off x="1719070" y="846142"/>
            <a:ext cx="5724909" cy="5420546"/>
          </a:xfrm>
          <a:prstGeom prst="rect">
            <a:avLst/>
          </a:prstGeom>
          <a:noFill/>
        </p:spPr>
      </p:pic>
    </p:spTree>
    <p:extLst>
      <p:ext uri="{BB962C8B-B14F-4D97-AF65-F5344CB8AC3E}">
        <p14:creationId xmlns:p14="http://schemas.microsoft.com/office/powerpoint/2010/main" val="2487393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Regular Expression: Part-1</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a:t>
            </a:r>
            <a:br>
              <a:rPr lang="en-US" dirty="0"/>
            </a:br>
            <a:r>
              <a:rPr lang="en-US" dirty="0">
                <a:hlinkClick r:id="rId2" action="ppaction://hlinkfile"/>
              </a:rPr>
              <a:t>Regular Expression</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CEAD895810172499403797E31055E57" ma:contentTypeVersion="0" ma:contentTypeDescription="Create a new document." ma:contentTypeScope="" ma:versionID="0c4331c287249a833e6ba7179b4271dd">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2E958A-E170-4C70-8DF8-D54ACFDB06B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60AD689-464E-4E28-869A-484908FEE90F}"/>
</file>

<file path=customXml/itemProps3.xml><?xml version="1.0" encoding="utf-8"?>
<ds:datastoreItem xmlns:ds="http://schemas.openxmlformats.org/officeDocument/2006/customXml" ds:itemID="{3800C424-35D0-413D-BE99-FE256E23D1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AIUB 2020</Template>
  <TotalTime>1389</TotalTime>
  <Words>733</Words>
  <Application>Microsoft Office PowerPoint</Application>
  <PresentationFormat>On-screen Show (4:3)</PresentationFormat>
  <Paragraphs>111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Black</vt:lpstr>
      <vt:lpstr>Calibri</vt:lpstr>
      <vt:lpstr>Corbel</vt:lpstr>
      <vt:lpstr>Symbol</vt:lpstr>
      <vt:lpstr>Wingdings</vt:lpstr>
      <vt:lpstr>AIUB 2020</vt:lpstr>
      <vt:lpstr>Regular Expressions (RE)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223</cp:revision>
  <dcterms:created xsi:type="dcterms:W3CDTF">2020-07-03T15:11:23Z</dcterms:created>
  <dcterms:modified xsi:type="dcterms:W3CDTF">2025-03-19T04:13:55Z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0x0101002CEAD895810172499403797E31055E57</vt:lpwstr>
  </property>
</Properties>
</file>