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18"/>
  </p:notesMasterIdLst>
  <p:sldIdLst>
    <p:sldId id="256" r:id="rId5"/>
    <p:sldId id="257" r:id="rId6"/>
    <p:sldId id="258" r:id="rId7"/>
    <p:sldId id="259" r:id="rId8"/>
    <p:sldId id="278" r:id="rId9"/>
    <p:sldId id="279" r:id="rId10"/>
    <p:sldId id="280" r:id="rId11"/>
    <p:sldId id="281" r:id="rId12"/>
    <p:sldId id="294" r:id="rId13"/>
    <p:sldId id="295" r:id="rId14"/>
    <p:sldId id="296" r:id="rId15"/>
    <p:sldId id="298" r:id="rId16"/>
    <p:sldId id="277"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76" autoAdjust="0"/>
    <p:restoredTop sz="92393" autoAdjust="0"/>
  </p:normalViewPr>
  <p:slideViewPr>
    <p:cSldViewPr snapToGrid="0">
      <p:cViewPr varScale="1">
        <p:scale>
          <a:sx n="57" d="100"/>
          <a:sy n="57" d="100"/>
        </p:scale>
        <p:origin x="917"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Dr. Afroza Nahar" userId="9d1ccd36-b394-4689-9b8e-4086784d03ec" providerId="ADAL" clId="{0136FD4B-67FA-4518-942F-5B61D260F99E}"/>
    <pc:docChg chg="custSel modSld">
      <pc:chgData name="Prof. Dr. Afroza Nahar" userId="9d1ccd36-b394-4689-9b8e-4086784d03ec" providerId="ADAL" clId="{0136FD4B-67FA-4518-942F-5B61D260F99E}" dt="2025-01-05T03:56:24.604" v="9" actId="20577"/>
      <pc:docMkLst>
        <pc:docMk/>
      </pc:docMkLst>
      <pc:sldChg chg="modSp mod">
        <pc:chgData name="Prof. Dr. Afroza Nahar" userId="9d1ccd36-b394-4689-9b8e-4086784d03ec" providerId="ADAL" clId="{0136FD4B-67FA-4518-942F-5B61D260F99E}" dt="2025-01-05T03:56:24.604" v="9" actId="20577"/>
        <pc:sldMkLst>
          <pc:docMk/>
          <pc:sldMk cId="2004203309" sldId="256"/>
        </pc:sldMkLst>
        <pc:spChg chg="mod">
          <ac:chgData name="Prof. Dr. Afroza Nahar" userId="9d1ccd36-b394-4689-9b8e-4086784d03ec" providerId="ADAL" clId="{0136FD4B-67FA-4518-942F-5B61D260F99E}" dt="2025-01-05T03:56:24.604" v="9" actId="20577"/>
          <ac:spMkLst>
            <pc:docMk/>
            <pc:sldMk cId="2004203309" sldId="256"/>
            <ac:spMk id="6" creationId="{FA8C51C5-868C-4051-A04F-FC945CA34685}"/>
          </ac:spMkLst>
        </pc:spChg>
      </pc:sldChg>
    </pc:docChg>
  </pc:docChgLst>
  <pc:docChgLst>
    <pc:chgData name="Dr. Afroza Nahar" userId="9d1ccd36-b394-4689-9b8e-4086784d03ec" providerId="ADAL" clId="{A6EA1115-7385-41B2-A074-C824CC20299E}"/>
    <pc:docChg chg="custSel modSld">
      <pc:chgData name="Dr. Afroza Nahar" userId="9d1ccd36-b394-4689-9b8e-4086784d03ec" providerId="ADAL" clId="{A6EA1115-7385-41B2-A074-C824CC20299E}" dt="2023-11-29T09:05:39.652" v="21" actId="123"/>
      <pc:docMkLst>
        <pc:docMk/>
      </pc:docMkLst>
      <pc:sldChg chg="modSp mod">
        <pc:chgData name="Dr. Afroza Nahar" userId="9d1ccd36-b394-4689-9b8e-4086784d03ec" providerId="ADAL" clId="{A6EA1115-7385-41B2-A074-C824CC20299E}" dt="2023-11-29T03:46:25.790" v="20" actId="20577"/>
        <pc:sldMkLst>
          <pc:docMk/>
          <pc:sldMk cId="2004203309" sldId="256"/>
        </pc:sldMkLst>
      </pc:sldChg>
      <pc:sldChg chg="modSp mod">
        <pc:chgData name="Dr. Afroza Nahar" userId="9d1ccd36-b394-4689-9b8e-4086784d03ec" providerId="ADAL" clId="{A6EA1115-7385-41B2-A074-C824CC20299E}" dt="2023-11-29T09:05:39.652" v="21" actId="123"/>
        <pc:sldMkLst>
          <pc:docMk/>
          <pc:sldMk cId="1748992808" sldId="298"/>
        </pc:sldMkLst>
      </pc:sldChg>
    </pc:docChg>
  </pc:docChgLst>
  <pc:docChgLst>
    <pc:chgData name="Prof. Dr. Afroza Nahar" userId="9d1ccd36-b394-4689-9b8e-4086784d03ec" providerId="ADAL" clId="{E5678B85-D1BC-49CD-AC99-2DD1BEA1B37D}"/>
    <pc:docChg chg="custSel modSld">
      <pc:chgData name="Prof. Dr. Afroza Nahar" userId="9d1ccd36-b394-4689-9b8e-4086784d03ec" providerId="ADAL" clId="{E5678B85-D1BC-49CD-AC99-2DD1BEA1B37D}" dt="2024-09-03T14:18:38.342" v="21" actId="27636"/>
      <pc:docMkLst>
        <pc:docMk/>
      </pc:docMkLst>
      <pc:sldChg chg="modSp mod">
        <pc:chgData name="Prof. Dr. Afroza Nahar" userId="9d1ccd36-b394-4689-9b8e-4086784d03ec" providerId="ADAL" clId="{E5678B85-D1BC-49CD-AC99-2DD1BEA1B37D}" dt="2024-09-03T14:18:38.342" v="21" actId="27636"/>
        <pc:sldMkLst>
          <pc:docMk/>
          <pc:sldMk cId="2004203309" sldId="256"/>
        </pc:sldMkLst>
      </pc:sldChg>
    </pc:docChg>
  </pc:docChgLst>
  <pc:docChgLst>
    <pc:chgData name="Dr. Afroza Nahar" userId="9d1ccd36-b394-4689-9b8e-4086784d03ec" providerId="ADAL" clId="{6BC25792-D01E-4B33-BEF2-6DC9939C8900}"/>
    <pc:docChg chg="custSel modSld">
      <pc:chgData name="Dr. Afroza Nahar" userId="9d1ccd36-b394-4689-9b8e-4086784d03ec" providerId="ADAL" clId="{6BC25792-D01E-4B33-BEF2-6DC9939C8900}" dt="2024-04-30T08:25:10.674" v="22" actId="478"/>
      <pc:docMkLst>
        <pc:docMk/>
      </pc:docMkLst>
      <pc:sldChg chg="modSp mod">
        <pc:chgData name="Dr. Afroza Nahar" userId="9d1ccd36-b394-4689-9b8e-4086784d03ec" providerId="ADAL" clId="{6BC25792-D01E-4B33-BEF2-6DC9939C8900}" dt="2024-04-17T13:31:14.881" v="11" actId="20577"/>
        <pc:sldMkLst>
          <pc:docMk/>
          <pc:sldMk cId="2004203309" sldId="256"/>
        </pc:sldMkLst>
      </pc:sldChg>
      <pc:sldChg chg="addSp delSp modSp mod">
        <pc:chgData name="Dr. Afroza Nahar" userId="9d1ccd36-b394-4689-9b8e-4086784d03ec" providerId="ADAL" clId="{6BC25792-D01E-4B33-BEF2-6DC9939C8900}" dt="2024-04-30T08:25:10.674" v="22" actId="478"/>
        <pc:sldMkLst>
          <pc:docMk/>
          <pc:sldMk cId="1748992808" sldId="29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5/21/2025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1207872292"/>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1830319726"/>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1495063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146806545"/>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893931440"/>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967626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4038045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2969408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2501773907"/>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57279502"/>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121132753"/>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729143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219239198"/>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3423177832"/>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402026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910063451"/>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1024430883"/>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214252492"/>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868084781"/>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1578461398"/>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16700974"/>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9544783"/>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0217043"/>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9699407"/>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46779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987194890"/>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1133929765"/>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userDrawn="1"/>
        </p:nvSpPr>
        <p:spPr>
          <a:xfrm>
            <a:off x="5696" y="6828"/>
            <a:ext cx="7955280" cy="100584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endParaRPr lang="en-US" sz="600" b="1" i="0" cap="small" baseline="0" dirty="0">
              <a:solidFill>
                <a:schemeClr val="bg1"/>
              </a:solidFill>
            </a:endParaRPr>
          </a:p>
        </p:txBody>
      </p:sp>
    </p:spTree>
    <p:extLst>
      <p:ext uri="{BB962C8B-B14F-4D97-AF65-F5344CB8AC3E}">
        <p14:creationId xmlns:p14="http://schemas.microsoft.com/office/powerpoint/2010/main" val="2625735828"/>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2478172278"/>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7922142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4878847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7864055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605352871"/>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429857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6658267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6" name="Group 15">
            <a:extLst>
              <a:ext uri="{FF2B5EF4-FFF2-40B4-BE49-F238E27FC236}">
                <a16:creationId xmlns:a16="http://schemas.microsoft.com/office/drawing/2014/main" id="{5AA29BA1-A689-4564-BF5E-3FC82B02645F}"/>
              </a:ext>
            </a:extLst>
          </p:cNvPr>
          <p:cNvGrpSpPr/>
          <p:nvPr/>
        </p:nvGrpSpPr>
        <p:grpSpPr>
          <a:xfrm>
            <a:off x="19586" y="2961399"/>
            <a:ext cx="9124412" cy="56355"/>
            <a:chOff x="284163" y="1577847"/>
            <a:chExt cx="8576373" cy="137411"/>
          </a:xfrm>
        </p:grpSpPr>
        <p:sp>
          <p:nvSpPr>
            <p:cNvPr id="17" name="Rectangle 16">
              <a:extLst>
                <a:ext uri="{FF2B5EF4-FFF2-40B4-BE49-F238E27FC236}">
                  <a16:creationId xmlns:a16="http://schemas.microsoft.com/office/drawing/2014/main" id="{BFCE384B-DF71-40A1-959A-B357461C362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6728641D-E72C-4214-9687-F191C0A6D0E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9" name="Rectangle 18">
              <a:extLst>
                <a:ext uri="{FF2B5EF4-FFF2-40B4-BE49-F238E27FC236}">
                  <a16:creationId xmlns:a16="http://schemas.microsoft.com/office/drawing/2014/main" id="{9E0738A7-D8CE-4839-A32D-EF799AC654EC}"/>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20" name="Group 19">
            <a:extLst>
              <a:ext uri="{FF2B5EF4-FFF2-40B4-BE49-F238E27FC236}">
                <a16:creationId xmlns:a16="http://schemas.microsoft.com/office/drawing/2014/main" id="{55C402B7-2C27-4A95-BD4B-339E3248A000}"/>
              </a:ext>
            </a:extLst>
          </p:cNvPr>
          <p:cNvGrpSpPr/>
          <p:nvPr userDrawn="1"/>
        </p:nvGrpSpPr>
        <p:grpSpPr>
          <a:xfrm>
            <a:off x="19586" y="2961399"/>
            <a:ext cx="9124412" cy="56355"/>
            <a:chOff x="284163" y="1577847"/>
            <a:chExt cx="8576373" cy="137411"/>
          </a:xfrm>
        </p:grpSpPr>
        <p:sp>
          <p:nvSpPr>
            <p:cNvPr id="21" name="Rectangle 20">
              <a:extLst>
                <a:ext uri="{FF2B5EF4-FFF2-40B4-BE49-F238E27FC236}">
                  <a16:creationId xmlns:a16="http://schemas.microsoft.com/office/drawing/2014/main" id="{1693DCD1-34E3-4995-8B58-FBB5E5CF8550}"/>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903B740A-F61D-4CA4-B21C-DE3734F4EE77}"/>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7F22D752-3C04-4866-B091-623F04A98C5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35853635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66855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781833" y="41984"/>
            <a:ext cx="3269673" cy="693738"/>
          </a:xfrm>
        </p:spPr>
        <p:txBody>
          <a:bodyPr anchor="ctr">
            <a:noAutofit/>
          </a:bodyPr>
          <a:lstStyle>
            <a:lvl1pPr marL="0" indent="0">
              <a:buNone/>
              <a:defRPr sz="28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300878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5787308"/>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205928" y="32632"/>
            <a:ext cx="5930435" cy="639865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 y="835770"/>
            <a:ext cx="3027363" cy="3434478"/>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230495214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3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5711827"/>
      </p:ext>
    </p:extLst>
  </p:cSld>
  <p:clrMapOvr>
    <a:masterClrMapping/>
  </p:clrMapOvr>
  <p:hf hdr="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marL="282575" marR="0" lvl="0" indent="-282575"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4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Click to edit Master text styles</a:t>
            </a:r>
          </a:p>
          <a:p>
            <a:pPr marL="514350" marR="0" lvl="1" indent="-285750"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39775" marR="0" lvl="2" indent="-282575"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860425" marR="0" lvl="3" indent="-228600"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33463" marR="0" lvl="4" indent="-228600"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234668209"/>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8" r:id="rId32"/>
    <p:sldLayoutId id="2147483769" r:id="rId33"/>
    <p:sldLayoutId id="2147483770" r:id="rId34"/>
    <p:sldLayoutId id="2147483771" r:id="rId35"/>
    <p:sldLayoutId id="2147483772" r:id="rId36"/>
    <p:sldLayoutId id="2147483773" r:id="rId37"/>
    <p:sldLayoutId id="2147483774" r:id="rId38"/>
    <p:sldLayoutId id="2147483775" r:id="rId39"/>
    <p:sldLayoutId id="2147483697" r:id="rId40"/>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hyperlink" Target="Sipser-%20TM%20Exercises.pdf"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solidFill>
                  <a:srgbClr val="FF0000"/>
                </a:solidFill>
              </a:rPr>
              <a:t>Computability Theory</a:t>
            </a:r>
            <a:br>
              <a:rPr lang="en-US" dirty="0">
                <a:solidFill>
                  <a:srgbClr val="FF0000"/>
                </a:solidFill>
              </a:rPr>
            </a:br>
            <a:r>
              <a:rPr lang="en-US" dirty="0">
                <a:solidFill>
                  <a:srgbClr val="FF0000"/>
                </a:solidFill>
              </a:rPr>
              <a:t>Turing Machine</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15</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9</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a:xfrm>
            <a:off x="6445010" y="2735949"/>
            <a:ext cx="2011680" cy="407988"/>
          </a:xfrm>
        </p:spPr>
        <p:txBody>
          <a:bodyPr>
            <a:normAutofit/>
          </a:bodyPr>
          <a:lstStyle/>
          <a:p>
            <a:pPr algn="ctr"/>
            <a:r>
              <a:rPr lang="en-US" dirty="0"/>
              <a:t>SPRING 2024-2025</a:t>
            </a:r>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normAutofit fontScale="85000" lnSpcReduction="20000"/>
          </a:bodyPr>
          <a:lstStyle/>
          <a:p>
            <a:r>
              <a:rPr lang="en-US" dirty="0"/>
              <a:t>Dr. Afroza Nahar,</a:t>
            </a:r>
          </a:p>
          <a:p>
            <a:r>
              <a:rPr lang="en-US" dirty="0"/>
              <a:t> Professor, Department of Computer Science, </a:t>
            </a:r>
          </a:p>
          <a:p>
            <a:r>
              <a:rPr lang="en-US" dirty="0"/>
              <a:t>Faculty of Science &amp; Technology.</a:t>
            </a:r>
          </a:p>
          <a:p>
            <a:r>
              <a:rPr lang="en-US" dirty="0"/>
              <a:t>afroza@aiub.edu</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r>
              <a:rPr lang="en-US" sz="2000" dirty="0"/>
              <a:t>Turing Machine</a:t>
            </a:r>
            <a:endParaRPr lang="en-US" sz="2000" dirty="0">
              <a:effectLst/>
            </a:endParaRPr>
          </a:p>
          <a:p>
            <a:endParaRPr lang="en-US" dirty="0"/>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lstStyle/>
          <a:p>
            <a:pPr>
              <a:spcAft>
                <a:spcPts val="1800"/>
              </a:spcAft>
              <a:buClrTx/>
              <a:defRPr/>
            </a:pPr>
            <a:r>
              <a:rPr lang="en-US" sz="2800" dirty="0"/>
              <a:t>Configuration of TM</a:t>
            </a:r>
          </a:p>
          <a:p>
            <a:pPr>
              <a:spcAft>
                <a:spcPts val="1800"/>
              </a:spcAft>
              <a:buClrTx/>
              <a:defRPr/>
            </a:pPr>
            <a:r>
              <a:rPr lang="en-US" sz="2800" dirty="0">
                <a:solidFill>
                  <a:srgbClr val="0070C0"/>
                </a:solidFill>
              </a:rPr>
              <a:t>Example with High, Implementation, and Low level description.</a:t>
            </a:r>
          </a:p>
          <a:p>
            <a:pPr>
              <a:spcAft>
                <a:spcPts val="1800"/>
              </a:spcAft>
              <a:buClrTx/>
              <a:defRPr/>
            </a:pPr>
            <a:endParaRPr lang="en-US" dirty="0">
              <a:solidFill>
                <a:schemeClr val="tx1">
                  <a:lumMod val="95000"/>
                  <a:lumOff val="5000"/>
                </a:schemeClr>
              </a:solidFill>
            </a:endParaRPr>
          </a:p>
          <a:p>
            <a:pPr lvl="1">
              <a:spcAft>
                <a:spcPts val="1800"/>
              </a:spcAft>
              <a:buClrTx/>
            </a:pPr>
            <a:endParaRPr lang="en-US" dirty="0">
              <a:solidFill>
                <a:schemeClr val="tx1">
                  <a:lumMod val="95000"/>
                  <a:lumOff val="5000"/>
                </a:schemeClr>
              </a:solidFill>
            </a:endParaRPr>
          </a:p>
          <a:p>
            <a:pPr>
              <a:spcAft>
                <a:spcPts val="1800"/>
              </a:spcAft>
              <a:buClrTx/>
            </a:pPr>
            <a:endParaRPr lang="en-US" sz="2400" dirty="0">
              <a:solidFill>
                <a:schemeClr val="tx1">
                  <a:lumMod val="95000"/>
                  <a:lumOff val="5000"/>
                </a:schemeClr>
              </a:solidFill>
            </a:endParaRPr>
          </a:p>
          <a:p>
            <a:pPr>
              <a:spcAft>
                <a:spcPts val="1800"/>
              </a:spcAft>
              <a:buClrTx/>
            </a:pPr>
            <a:endParaRPr lang="en-US" sz="2400" dirty="0">
              <a:solidFill>
                <a:schemeClr val="tx1">
                  <a:lumMod val="95000"/>
                  <a:lumOff val="5000"/>
                </a:schemeClr>
              </a:solidFill>
            </a:endParaRPr>
          </a:p>
          <a:p>
            <a:pPr>
              <a:spcAft>
                <a:spcPts val="1800"/>
              </a:spcAft>
              <a:buClrTx/>
            </a:pPr>
            <a:endParaRPr lang="en-US" dirty="0"/>
          </a:p>
          <a:p>
            <a:pPr>
              <a:spcAft>
                <a:spcPts val="1800"/>
              </a:spcAft>
              <a:buClrTx/>
            </a:pPr>
            <a:endParaRPr lang="en-US"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normAutofit/>
          </a:bodyPr>
          <a:lstStyle/>
          <a:p>
            <a:pPr>
              <a:spcAft>
                <a:spcPts val="1800"/>
              </a:spcAft>
              <a:buClrTx/>
              <a:defRPr/>
            </a:pPr>
            <a:r>
              <a:rPr lang="en-US" sz="2800" b="1" dirty="0">
                <a:solidFill>
                  <a:schemeClr val="bg2">
                    <a:lumMod val="50000"/>
                  </a:schemeClr>
                </a:solidFill>
              </a:rPr>
              <a:t>Understand </a:t>
            </a:r>
          </a:p>
          <a:p>
            <a:pPr lvl="1">
              <a:spcAft>
                <a:spcPts val="1800"/>
              </a:spcAft>
              <a:buClrTx/>
              <a:buFont typeface="Wingdings" panose="05000000000000000000" pitchFamily="2" charset="2"/>
              <a:buChar char="Ø"/>
              <a:defRPr/>
            </a:pPr>
            <a:r>
              <a:rPr lang="en-US" sz="2600" dirty="0"/>
              <a:t>The construction of Turing Machine for a given language with different level of machine descriptions.</a:t>
            </a:r>
          </a:p>
          <a:p>
            <a:pPr lvl="1">
              <a:spcAft>
                <a:spcPts val="1800"/>
              </a:spcAft>
              <a:buClrTx/>
              <a:buFont typeface="Wingdings" panose="05000000000000000000" pitchFamily="2" charset="2"/>
              <a:buChar char="Ø"/>
              <a:defRPr/>
            </a:pPr>
            <a:r>
              <a:rPr lang="en-US" sz="2600" dirty="0">
                <a:solidFill>
                  <a:srgbClr val="0070C0"/>
                </a:solidFill>
              </a:rPr>
              <a:t>The configuration of TM to test the TM with input and output.</a:t>
            </a:r>
          </a:p>
          <a:p>
            <a:pPr>
              <a:lnSpc>
                <a:spcPct val="80000"/>
              </a:lnSpc>
              <a:spcAft>
                <a:spcPts val="1800"/>
              </a:spcAft>
              <a:buClrTx/>
              <a:defRPr/>
            </a:pPr>
            <a:endParaRPr lang="en-US" sz="2800" dirty="0"/>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pPr algn="just">
              <a:spcAft>
                <a:spcPts val="1800"/>
              </a:spcAft>
              <a:buClrTx/>
              <a:defRPr/>
            </a:pPr>
            <a:r>
              <a:rPr lang="en-US" sz="2800" dirty="0"/>
              <a:t>Students will be able to design Turing machine with description.</a:t>
            </a:r>
          </a:p>
          <a:p>
            <a:pPr algn="just">
              <a:spcAft>
                <a:spcPts val="1800"/>
              </a:spcAft>
              <a:buClrTx/>
              <a:defRPr/>
            </a:pPr>
            <a:r>
              <a:rPr lang="en-US" sz="2800" dirty="0">
                <a:solidFill>
                  <a:schemeClr val="bg2">
                    <a:lumMod val="50000"/>
                  </a:schemeClr>
                </a:solidFill>
              </a:rPr>
              <a:t>Use configuration to test any given input string.</a:t>
            </a:r>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2510F7-29F8-4EB7-BDAF-FD1E4068EDFF}"/>
              </a:ext>
            </a:extLst>
          </p:cNvPr>
          <p:cNvSpPr>
            <a:spLocks noGrp="1"/>
          </p:cNvSpPr>
          <p:nvPr>
            <p:ph idx="1"/>
          </p:nvPr>
        </p:nvSpPr>
        <p:spPr>
          <a:xfrm>
            <a:off x="152400" y="3062026"/>
            <a:ext cx="8859256" cy="3358482"/>
          </a:xfrm>
        </p:spPr>
        <p:txBody>
          <a:bodyPr>
            <a:normAutofit fontScale="92500"/>
          </a:bodyPr>
          <a:lstStyle/>
          <a:p>
            <a:pPr>
              <a:buClrTx/>
            </a:pPr>
            <a:r>
              <a:rPr lang="en-US" altLang="en-US" sz="2800" dirty="0"/>
              <a:t>The configuration of a Turing Machine is a way to represent the current processing status of a TM as a string.</a:t>
            </a:r>
          </a:p>
          <a:p>
            <a:pPr>
              <a:buClrTx/>
            </a:pPr>
            <a:r>
              <a:rPr lang="en-US" altLang="en-US" sz="2800" dirty="0"/>
              <a:t>The configuration of a Turing machine consists of</a:t>
            </a:r>
          </a:p>
          <a:p>
            <a:pPr lvl="1">
              <a:buFont typeface="Wingdings" panose="05000000000000000000" pitchFamily="2" charset="2"/>
              <a:buChar char="Ø"/>
            </a:pPr>
            <a:r>
              <a:rPr lang="en-US" altLang="en-US" sz="2400" dirty="0">
                <a:solidFill>
                  <a:schemeClr val="bg2">
                    <a:lumMod val="50000"/>
                  </a:schemeClr>
                </a:solidFill>
              </a:rPr>
              <a:t>the current state q</a:t>
            </a:r>
            <a:r>
              <a:rPr lang="en-US" altLang="en-US" sz="2400" dirty="0">
                <a:solidFill>
                  <a:schemeClr val="bg2">
                    <a:lumMod val="50000"/>
                  </a:schemeClr>
                </a:solidFill>
                <a:sym typeface="Symbol" panose="05050102010706020507" pitchFamily="18" charset="2"/>
              </a:rPr>
              <a:t> Q</a:t>
            </a:r>
          </a:p>
          <a:p>
            <a:pPr lvl="1">
              <a:buFont typeface="Wingdings" panose="05000000000000000000" pitchFamily="2" charset="2"/>
              <a:buChar char="Ø"/>
            </a:pPr>
            <a:r>
              <a:rPr lang="en-US" altLang="en-US" sz="2400" dirty="0">
                <a:solidFill>
                  <a:schemeClr val="bg2">
                    <a:lumMod val="50000"/>
                  </a:schemeClr>
                </a:solidFill>
                <a:sym typeface="Symbol" panose="05050102010706020507" pitchFamily="18" charset="2"/>
              </a:rPr>
              <a:t>the current tape contents  *</a:t>
            </a:r>
          </a:p>
          <a:p>
            <a:pPr lvl="1">
              <a:buFont typeface="Wingdings" panose="05000000000000000000" pitchFamily="2" charset="2"/>
              <a:buChar char="Ø"/>
            </a:pPr>
            <a:r>
              <a:rPr lang="en-US" altLang="en-US" sz="2400" dirty="0">
                <a:solidFill>
                  <a:schemeClr val="bg2">
                    <a:lumMod val="50000"/>
                  </a:schemeClr>
                </a:solidFill>
                <a:sym typeface="Symbol" panose="05050102010706020507" pitchFamily="18" charset="2"/>
              </a:rPr>
              <a:t>the current head location  {0,1,2,…}</a:t>
            </a:r>
          </a:p>
          <a:p>
            <a:pPr>
              <a:buClrTx/>
            </a:pPr>
            <a:r>
              <a:rPr lang="en-US" altLang="en-US" sz="2800" dirty="0">
                <a:sym typeface="Symbol" panose="05050102010706020507" pitchFamily="18" charset="2"/>
              </a:rPr>
              <a:t>This can be expressed as an element of *Q*:</a:t>
            </a:r>
            <a:endParaRPr lang="en-US" altLang="en-US" sz="2800" dirty="0"/>
          </a:p>
          <a:p>
            <a:endParaRPr lang="en-US" dirty="0"/>
          </a:p>
        </p:txBody>
      </p:sp>
      <p:sp>
        <p:nvSpPr>
          <p:cNvPr id="3" name="Footer Placeholder 2">
            <a:extLst>
              <a:ext uri="{FF2B5EF4-FFF2-40B4-BE49-F238E27FC236}">
                <a16:creationId xmlns:a16="http://schemas.microsoft.com/office/drawing/2014/main" id="{13AF36B7-C24C-4AA9-9047-C3ED23EE6516}"/>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7D84DC46-1C45-4F26-9AAF-4D006CAEEAB6}"/>
              </a:ext>
            </a:extLst>
          </p:cNvPr>
          <p:cNvSpPr>
            <a:spLocks noGrp="1"/>
          </p:cNvSpPr>
          <p:nvPr>
            <p:ph type="body" sz="half" idx="2"/>
          </p:nvPr>
        </p:nvSpPr>
        <p:spPr>
          <a:xfrm>
            <a:off x="10010" y="1997242"/>
            <a:ext cx="3027361" cy="873322"/>
          </a:xfrm>
        </p:spPr>
        <p:txBody>
          <a:bodyPr/>
          <a:lstStyle/>
          <a:p>
            <a:r>
              <a:rPr lang="en-US" dirty="0"/>
              <a:t>Representing current status of a TM as string.</a:t>
            </a:r>
          </a:p>
        </p:txBody>
      </p:sp>
      <p:sp>
        <p:nvSpPr>
          <p:cNvPr id="5" name="Title 4">
            <a:extLst>
              <a:ext uri="{FF2B5EF4-FFF2-40B4-BE49-F238E27FC236}">
                <a16:creationId xmlns:a16="http://schemas.microsoft.com/office/drawing/2014/main" id="{14C9691D-68CB-4DF8-BDBC-5A979AD88C87}"/>
              </a:ext>
            </a:extLst>
          </p:cNvPr>
          <p:cNvSpPr>
            <a:spLocks noGrp="1"/>
          </p:cNvSpPr>
          <p:nvPr>
            <p:ph type="title"/>
          </p:nvPr>
        </p:nvSpPr>
        <p:spPr>
          <a:xfrm>
            <a:off x="10010" y="825140"/>
            <a:ext cx="3027361" cy="1155574"/>
          </a:xfrm>
        </p:spPr>
        <p:txBody>
          <a:bodyPr/>
          <a:lstStyle/>
          <a:p>
            <a:r>
              <a:rPr lang="en-US" altLang="en-US" dirty="0"/>
              <a:t>Configuration of a Turing Machine</a:t>
            </a:r>
            <a:endParaRPr lang="en-US" dirty="0"/>
          </a:p>
        </p:txBody>
      </p:sp>
      <p:pic>
        <p:nvPicPr>
          <p:cNvPr id="12" name="Picture Placeholder 11" descr="A picture containing clock&#10;&#10;Description automatically generated">
            <a:extLst>
              <a:ext uri="{FF2B5EF4-FFF2-40B4-BE49-F238E27FC236}">
                <a16:creationId xmlns:a16="http://schemas.microsoft.com/office/drawing/2014/main" id="{9588BD4A-E4A6-42CB-8258-7C9AF32C79F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201" r="1201"/>
          <a:stretch>
            <a:fillRect/>
          </a:stretch>
        </p:blipFill>
        <p:spPr>
          <a:xfrm>
            <a:off x="3258968" y="-5742"/>
            <a:ext cx="5752687" cy="2859778"/>
          </a:xfrm>
        </p:spPr>
      </p:pic>
    </p:spTree>
    <p:extLst>
      <p:ext uri="{BB962C8B-B14F-4D97-AF65-F5344CB8AC3E}">
        <p14:creationId xmlns:p14="http://schemas.microsoft.com/office/powerpoint/2010/main" val="1593358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500"/>
                                        <p:tgtEl>
                                          <p:spTgt spid="2">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500"/>
                                        <p:tgtEl>
                                          <p:spTgt spid="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fade">
                                      <p:cBhvr>
                                        <p:cTn id="26"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90B0CDF-E472-45B5-84FB-C34340145785}"/>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A540C606-FDE9-483D-B886-B02F10335301}"/>
              </a:ext>
            </a:extLst>
          </p:cNvPr>
          <p:cNvSpPr>
            <a:spLocks noGrp="1"/>
          </p:cNvSpPr>
          <p:nvPr>
            <p:ph type="body" sz="quarter" idx="12"/>
          </p:nvPr>
        </p:nvSpPr>
        <p:spPr/>
        <p:txBody>
          <a:bodyPr/>
          <a:lstStyle/>
          <a:p>
            <a:r>
              <a:rPr lang="en-US" altLang="en-US" dirty="0">
                <a:solidFill>
                  <a:srgbClr val="FF0000"/>
                </a:solidFill>
              </a:rPr>
              <a:t>Configuration: An Elementary TM Step</a:t>
            </a:r>
            <a:endParaRPr lang="en-US" dirty="0">
              <a:solidFill>
                <a:srgbClr val="FF0000"/>
              </a:solidFill>
            </a:endParaRPr>
          </a:p>
        </p:txBody>
      </p:sp>
      <p:sp>
        <p:nvSpPr>
          <p:cNvPr id="4" name="Text Placeholder 3">
            <a:extLst>
              <a:ext uri="{FF2B5EF4-FFF2-40B4-BE49-F238E27FC236}">
                <a16:creationId xmlns:a16="http://schemas.microsoft.com/office/drawing/2014/main" id="{77DDFEE4-1A7E-4E32-9FB7-9EF1D18067E5}"/>
              </a:ext>
            </a:extLst>
          </p:cNvPr>
          <p:cNvSpPr>
            <a:spLocks noGrp="1"/>
          </p:cNvSpPr>
          <p:nvPr>
            <p:ph type="body" sz="quarter" idx="13"/>
          </p:nvPr>
        </p:nvSpPr>
        <p:spPr>
          <a:xfrm>
            <a:off x="60962" y="846142"/>
            <a:ext cx="8961120" cy="5591175"/>
          </a:xfrm>
        </p:spPr>
        <p:txBody>
          <a:bodyPr>
            <a:normAutofit fontScale="92500" lnSpcReduction="10000"/>
          </a:bodyPr>
          <a:lstStyle/>
          <a:p>
            <a:pPr>
              <a:buClrTx/>
            </a:pPr>
            <a:r>
              <a:rPr lang="en-US" altLang="en-US" sz="2800" dirty="0">
                <a:solidFill>
                  <a:srgbClr val="0070C0"/>
                </a:solidFill>
              </a:rPr>
              <a:t> Let</a:t>
            </a:r>
            <a:r>
              <a:rPr lang="en-US" altLang="en-US" sz="2800" dirty="0"/>
              <a:t>,</a:t>
            </a:r>
          </a:p>
          <a:p>
            <a:pPr lvl="1">
              <a:buFont typeface="Wingdings" panose="05000000000000000000" pitchFamily="2" charset="2"/>
              <a:buChar char="Ø"/>
            </a:pPr>
            <a:r>
              <a:rPr lang="en-US" altLang="en-US" sz="2600" i="1" dirty="0"/>
              <a:t>u</a:t>
            </a:r>
            <a:r>
              <a:rPr lang="en-US" altLang="en-US" sz="2600" dirty="0"/>
              <a:t>, </a:t>
            </a:r>
            <a:r>
              <a:rPr lang="en-US" altLang="en-US" sz="2600" i="1" dirty="0"/>
              <a:t>v</a:t>
            </a:r>
            <a:r>
              <a:rPr lang="en-US" altLang="en-US" sz="2600" dirty="0">
                <a:sym typeface="Symbol" panose="05050102010706020507" pitchFamily="18" charset="2"/>
              </a:rPr>
              <a:t>  * ; </a:t>
            </a:r>
          </a:p>
          <a:p>
            <a:pPr lvl="1">
              <a:buFont typeface="Wingdings" panose="05000000000000000000" pitchFamily="2" charset="2"/>
              <a:buChar char="Ø"/>
            </a:pPr>
            <a:r>
              <a:rPr lang="en-US" altLang="en-US" sz="2600" i="1" dirty="0">
                <a:sym typeface="Symbol" panose="05050102010706020507" pitchFamily="18" charset="2"/>
              </a:rPr>
              <a:t>a</a:t>
            </a:r>
            <a:r>
              <a:rPr lang="en-US" altLang="en-US" sz="2600" dirty="0">
                <a:sym typeface="Symbol" panose="05050102010706020507" pitchFamily="18" charset="2"/>
              </a:rPr>
              <a:t>, </a:t>
            </a:r>
            <a:r>
              <a:rPr lang="en-US" altLang="en-US" sz="2600" i="1" dirty="0">
                <a:sym typeface="Symbol" panose="05050102010706020507" pitchFamily="18" charset="2"/>
              </a:rPr>
              <a:t>b</a:t>
            </a:r>
            <a:r>
              <a:rPr lang="en-US" altLang="en-US" sz="2600" dirty="0">
                <a:sym typeface="Symbol" panose="05050102010706020507" pitchFamily="18" charset="2"/>
              </a:rPr>
              <a:t>, </a:t>
            </a:r>
            <a:r>
              <a:rPr lang="en-US" altLang="en-US" sz="2600" i="1" dirty="0">
                <a:sym typeface="Symbol" panose="05050102010706020507" pitchFamily="18" charset="2"/>
              </a:rPr>
              <a:t>c</a:t>
            </a:r>
            <a:r>
              <a:rPr lang="en-US" altLang="en-US" sz="2600" dirty="0">
                <a:sym typeface="Symbol" panose="05050102010706020507" pitchFamily="18" charset="2"/>
              </a:rPr>
              <a:t>   ; </a:t>
            </a:r>
          </a:p>
          <a:p>
            <a:pPr lvl="1">
              <a:buFont typeface="Wingdings" panose="05000000000000000000" pitchFamily="2" charset="2"/>
              <a:buChar char="Ø"/>
            </a:pPr>
            <a:r>
              <a:rPr lang="en-US" altLang="en-US" sz="2600" dirty="0">
                <a:sym typeface="Symbol" panose="05050102010706020507" pitchFamily="18" charset="2"/>
              </a:rPr>
              <a:t>q</a:t>
            </a:r>
            <a:r>
              <a:rPr lang="en-US" altLang="en-US" sz="2600" baseline="-25000" dirty="0">
                <a:sym typeface="Symbol" panose="05050102010706020507" pitchFamily="18" charset="2"/>
              </a:rPr>
              <a:t>i</a:t>
            </a:r>
            <a:r>
              <a:rPr lang="en-US" altLang="en-US" sz="2600" dirty="0">
                <a:sym typeface="Symbol" panose="05050102010706020507" pitchFamily="18" charset="2"/>
              </a:rPr>
              <a:t>, </a:t>
            </a:r>
            <a:r>
              <a:rPr lang="en-US" altLang="en-US" sz="2600" dirty="0" err="1">
                <a:sym typeface="Symbol" panose="05050102010706020507" pitchFamily="18" charset="2"/>
              </a:rPr>
              <a:t>q</a:t>
            </a:r>
            <a:r>
              <a:rPr lang="en-US" altLang="en-US" sz="2600" baseline="-25000" dirty="0" err="1">
                <a:sym typeface="Symbol" panose="05050102010706020507" pitchFamily="18" charset="2"/>
              </a:rPr>
              <a:t>j</a:t>
            </a:r>
            <a:r>
              <a:rPr lang="en-US" altLang="en-US" sz="2600" dirty="0">
                <a:sym typeface="Symbol" panose="05050102010706020507" pitchFamily="18" charset="2"/>
              </a:rPr>
              <a:t>  Q, and </a:t>
            </a:r>
          </a:p>
          <a:p>
            <a:pPr lvl="1">
              <a:buFont typeface="Wingdings" panose="05000000000000000000" pitchFamily="2" charset="2"/>
              <a:buChar char="Ø"/>
            </a:pPr>
            <a:r>
              <a:rPr lang="en-US" altLang="en-US" sz="2600" dirty="0">
                <a:sym typeface="Symbol" panose="05050102010706020507" pitchFamily="18" charset="2"/>
              </a:rPr>
              <a:t>M be a TM with transition function .</a:t>
            </a:r>
          </a:p>
          <a:p>
            <a:pPr>
              <a:buClrTx/>
            </a:pPr>
            <a:r>
              <a:rPr lang="en-US" altLang="en-US" sz="2800" dirty="0">
                <a:solidFill>
                  <a:srgbClr val="0070C0"/>
                </a:solidFill>
                <a:sym typeface="Symbol" panose="05050102010706020507" pitchFamily="18" charset="2"/>
              </a:rPr>
              <a:t> We say that the configuration</a:t>
            </a:r>
          </a:p>
          <a:p>
            <a:pPr marL="0" indent="0">
              <a:buNone/>
            </a:pPr>
            <a:r>
              <a:rPr lang="en-US" altLang="en-US" sz="2800" dirty="0">
                <a:sym typeface="Symbol" panose="05050102010706020507" pitchFamily="18" charset="2"/>
              </a:rPr>
              <a:t>   “</a:t>
            </a:r>
            <a:r>
              <a:rPr lang="en-US" altLang="en-US" sz="2800" i="1" spc="50" dirty="0" err="1">
                <a:solidFill>
                  <a:schemeClr val="bg2">
                    <a:lumMod val="50000"/>
                  </a:schemeClr>
                </a:solidFill>
                <a:sym typeface="Symbol" panose="05050102010706020507" pitchFamily="18" charset="2"/>
              </a:rPr>
              <a:t>ua</a:t>
            </a:r>
            <a:r>
              <a:rPr lang="en-US" altLang="en-US" sz="2800" b="1" spc="50" dirty="0" err="1">
                <a:solidFill>
                  <a:srgbClr val="FF0000"/>
                </a:solidFill>
                <a:sym typeface="Symbol" panose="05050102010706020507" pitchFamily="18" charset="2"/>
              </a:rPr>
              <a:t>q</a:t>
            </a:r>
            <a:r>
              <a:rPr lang="en-US" altLang="en-US" sz="2800" b="1" spc="50" baseline="-25000" dirty="0" err="1">
                <a:solidFill>
                  <a:srgbClr val="FF0000"/>
                </a:solidFill>
                <a:sym typeface="Symbol" panose="05050102010706020507" pitchFamily="18" charset="2"/>
              </a:rPr>
              <a:t>i</a:t>
            </a:r>
            <a:r>
              <a:rPr lang="en-US" altLang="en-US" sz="2800" i="1" spc="50" dirty="0" err="1">
                <a:solidFill>
                  <a:srgbClr val="00B050"/>
                </a:solidFill>
                <a:sym typeface="Symbol" panose="05050102010706020507" pitchFamily="18" charset="2"/>
              </a:rPr>
              <a:t>b</a:t>
            </a:r>
            <a:r>
              <a:rPr lang="en-US" altLang="en-US" sz="2800" i="1" spc="50" dirty="0" err="1">
                <a:solidFill>
                  <a:schemeClr val="bg2">
                    <a:lumMod val="50000"/>
                  </a:schemeClr>
                </a:solidFill>
                <a:sym typeface="Symbol" panose="05050102010706020507" pitchFamily="18" charset="2"/>
              </a:rPr>
              <a:t>v</a:t>
            </a:r>
            <a:r>
              <a:rPr lang="en-US" altLang="en-US" sz="2800" dirty="0">
                <a:sym typeface="Symbol" panose="05050102010706020507" pitchFamily="18" charset="2"/>
              </a:rPr>
              <a:t>” </a:t>
            </a:r>
            <a:r>
              <a:rPr lang="en-US" altLang="en-US" sz="2800" i="1" u="sng" dirty="0">
                <a:sym typeface="Symbol" panose="05050102010706020507" pitchFamily="18" charset="2"/>
              </a:rPr>
              <a:t>yields</a:t>
            </a:r>
            <a:r>
              <a:rPr lang="en-US" altLang="en-US" sz="2800" dirty="0">
                <a:sym typeface="Symbol" panose="05050102010706020507" pitchFamily="18" charset="2"/>
              </a:rPr>
              <a:t> the configuration “</a:t>
            </a:r>
            <a:r>
              <a:rPr lang="en-US" altLang="en-US" sz="2800" i="1" spc="50" dirty="0" err="1">
                <a:solidFill>
                  <a:schemeClr val="bg2">
                    <a:lumMod val="50000"/>
                  </a:schemeClr>
                </a:solidFill>
                <a:sym typeface="Symbol" panose="05050102010706020507" pitchFamily="18" charset="2"/>
              </a:rPr>
              <a:t>ua</a:t>
            </a:r>
            <a:r>
              <a:rPr lang="en-US" altLang="en-US" sz="2800" i="1" spc="50" dirty="0" err="1">
                <a:solidFill>
                  <a:srgbClr val="E68900"/>
                </a:solidFill>
                <a:sym typeface="Symbol" panose="05050102010706020507" pitchFamily="18" charset="2"/>
              </a:rPr>
              <a:t>c</a:t>
            </a:r>
            <a:r>
              <a:rPr lang="en-US" altLang="en-US" sz="2800" b="1" spc="50" dirty="0" err="1">
                <a:solidFill>
                  <a:srgbClr val="FF0000"/>
                </a:solidFill>
                <a:sym typeface="Symbol" panose="05050102010706020507" pitchFamily="18" charset="2"/>
              </a:rPr>
              <a:t>q</a:t>
            </a:r>
            <a:r>
              <a:rPr lang="en-US" altLang="en-US" sz="2800" b="1" spc="50" baseline="-25000" dirty="0" err="1">
                <a:solidFill>
                  <a:srgbClr val="FF0000"/>
                </a:solidFill>
                <a:sym typeface="Symbol" panose="05050102010706020507" pitchFamily="18" charset="2"/>
              </a:rPr>
              <a:t>j</a:t>
            </a:r>
            <a:r>
              <a:rPr lang="en-US" altLang="en-US" sz="2800" i="1" spc="50" dirty="0" err="1">
                <a:solidFill>
                  <a:srgbClr val="00B050"/>
                </a:solidFill>
                <a:sym typeface="Symbol" panose="05050102010706020507" pitchFamily="18" charset="2"/>
              </a:rPr>
              <a:t>v</a:t>
            </a:r>
            <a:r>
              <a:rPr lang="en-US" altLang="en-US" sz="2800" dirty="0">
                <a:sym typeface="Symbol" panose="05050102010706020507" pitchFamily="18" charset="2"/>
              </a:rPr>
              <a:t>”</a:t>
            </a:r>
          </a:p>
          <a:p>
            <a:pPr marL="0" indent="0">
              <a:buNone/>
            </a:pPr>
            <a:r>
              <a:rPr lang="en-US" altLang="en-US" sz="2800" dirty="0">
                <a:sym typeface="Symbol" panose="05050102010706020507" pitchFamily="18" charset="2"/>
              </a:rPr>
              <a:t>    if and only if:</a:t>
            </a:r>
          </a:p>
          <a:p>
            <a:pPr marL="0" indent="0">
              <a:buNone/>
            </a:pPr>
            <a:r>
              <a:rPr lang="en-US" altLang="en-US" sz="2800" dirty="0">
                <a:sym typeface="Symbol" panose="05050102010706020507" pitchFamily="18" charset="2"/>
              </a:rPr>
              <a:t>    (q</a:t>
            </a:r>
            <a:r>
              <a:rPr lang="en-US" altLang="en-US" sz="2800" baseline="-25000" dirty="0">
                <a:sym typeface="Symbol" panose="05050102010706020507" pitchFamily="18" charset="2"/>
              </a:rPr>
              <a:t>i</a:t>
            </a:r>
            <a:r>
              <a:rPr lang="en-US" altLang="en-US" sz="2800" dirty="0">
                <a:sym typeface="Symbol" panose="05050102010706020507" pitchFamily="18" charset="2"/>
              </a:rPr>
              <a:t>, </a:t>
            </a:r>
            <a:r>
              <a:rPr lang="en-US" altLang="en-US" sz="2800" i="1" dirty="0">
                <a:sym typeface="Symbol" panose="05050102010706020507" pitchFamily="18" charset="2"/>
              </a:rPr>
              <a:t>b</a:t>
            </a:r>
            <a:r>
              <a:rPr lang="en-US" altLang="en-US" sz="2800" dirty="0">
                <a:sym typeface="Symbol" panose="05050102010706020507" pitchFamily="18" charset="2"/>
              </a:rPr>
              <a:t>) = (</a:t>
            </a:r>
            <a:r>
              <a:rPr lang="en-US" altLang="en-US" sz="2800" dirty="0" err="1">
                <a:sym typeface="Symbol" panose="05050102010706020507" pitchFamily="18" charset="2"/>
              </a:rPr>
              <a:t>q</a:t>
            </a:r>
            <a:r>
              <a:rPr lang="en-US" altLang="en-US" sz="2800" baseline="-25000" dirty="0" err="1">
                <a:sym typeface="Symbol" panose="05050102010706020507" pitchFamily="18" charset="2"/>
              </a:rPr>
              <a:t>j</a:t>
            </a:r>
            <a:r>
              <a:rPr lang="en-US" altLang="en-US" sz="2800" dirty="0">
                <a:sym typeface="Symbol" panose="05050102010706020507" pitchFamily="18" charset="2"/>
              </a:rPr>
              <a:t>, </a:t>
            </a:r>
            <a:r>
              <a:rPr lang="en-US" altLang="en-US" sz="2800" i="1" dirty="0">
                <a:sym typeface="Symbol" panose="05050102010706020507" pitchFamily="18" charset="2"/>
              </a:rPr>
              <a:t>c</a:t>
            </a:r>
            <a:r>
              <a:rPr lang="en-US" altLang="en-US" sz="2800" dirty="0">
                <a:sym typeface="Symbol" panose="05050102010706020507" pitchFamily="18" charset="2"/>
              </a:rPr>
              <a:t>, R).</a:t>
            </a:r>
          </a:p>
          <a:p>
            <a:endParaRPr lang="en-US" altLang="en-US" sz="2800" dirty="0">
              <a:sym typeface="Symbol" panose="05050102010706020507" pitchFamily="18" charset="2"/>
            </a:endParaRPr>
          </a:p>
          <a:p>
            <a:pPr>
              <a:buClrTx/>
            </a:pPr>
            <a:r>
              <a:rPr lang="en-US" altLang="en-US" sz="2800" dirty="0">
                <a:solidFill>
                  <a:srgbClr val="0070C0"/>
                </a:solidFill>
                <a:sym typeface="Symbol" panose="05050102010706020507" pitchFamily="18" charset="2"/>
              </a:rPr>
              <a:t> Similarly, “</a:t>
            </a:r>
            <a:r>
              <a:rPr lang="en-US" altLang="en-US" sz="2800" i="1" spc="50" dirty="0" err="1">
                <a:solidFill>
                  <a:schemeClr val="bg2">
                    <a:lumMod val="50000"/>
                  </a:schemeClr>
                </a:solidFill>
                <a:sym typeface="Symbol" panose="05050102010706020507" pitchFamily="18" charset="2"/>
              </a:rPr>
              <a:t>ua</a:t>
            </a:r>
            <a:r>
              <a:rPr lang="en-US" altLang="en-US" sz="2800" b="1" spc="50" dirty="0" err="1">
                <a:solidFill>
                  <a:srgbClr val="FF0000"/>
                </a:solidFill>
                <a:sym typeface="Symbol" panose="05050102010706020507" pitchFamily="18" charset="2"/>
              </a:rPr>
              <a:t>q</a:t>
            </a:r>
            <a:r>
              <a:rPr lang="en-US" altLang="en-US" sz="2800" b="1" spc="50" baseline="-25000" dirty="0" err="1">
                <a:solidFill>
                  <a:srgbClr val="FF0000"/>
                </a:solidFill>
                <a:sym typeface="Symbol" panose="05050102010706020507" pitchFamily="18" charset="2"/>
              </a:rPr>
              <a:t>i</a:t>
            </a:r>
            <a:r>
              <a:rPr lang="en-US" altLang="en-US" sz="2800" i="1" spc="50" dirty="0" err="1">
                <a:solidFill>
                  <a:srgbClr val="00B050"/>
                </a:solidFill>
                <a:sym typeface="Symbol" panose="05050102010706020507" pitchFamily="18" charset="2"/>
              </a:rPr>
              <a:t>b</a:t>
            </a:r>
            <a:r>
              <a:rPr lang="en-US" altLang="en-US" sz="2800" i="1" spc="50" dirty="0" err="1">
                <a:solidFill>
                  <a:schemeClr val="bg2">
                    <a:lumMod val="50000"/>
                  </a:schemeClr>
                </a:solidFill>
                <a:sym typeface="Symbol" panose="05050102010706020507" pitchFamily="18" charset="2"/>
              </a:rPr>
              <a:t>v</a:t>
            </a:r>
            <a:r>
              <a:rPr lang="en-US" altLang="en-US" sz="2800" dirty="0">
                <a:solidFill>
                  <a:srgbClr val="0070C0"/>
                </a:solidFill>
                <a:sym typeface="Symbol" panose="05050102010706020507" pitchFamily="18" charset="2"/>
              </a:rPr>
              <a:t>” </a:t>
            </a:r>
            <a:r>
              <a:rPr lang="en-US" altLang="en-US" sz="2800" i="1" u="sng" dirty="0">
                <a:solidFill>
                  <a:srgbClr val="0070C0"/>
                </a:solidFill>
                <a:sym typeface="Symbol" panose="05050102010706020507" pitchFamily="18" charset="2"/>
              </a:rPr>
              <a:t>yields</a:t>
            </a:r>
            <a:r>
              <a:rPr lang="en-US" altLang="en-US" sz="2800" dirty="0">
                <a:solidFill>
                  <a:srgbClr val="0070C0"/>
                </a:solidFill>
                <a:sym typeface="Symbol" panose="05050102010706020507" pitchFamily="18" charset="2"/>
              </a:rPr>
              <a:t> “</a:t>
            </a:r>
            <a:r>
              <a:rPr lang="en-US" altLang="en-US" sz="2800" i="1" spc="50" dirty="0" err="1">
                <a:solidFill>
                  <a:schemeClr val="bg2">
                    <a:lumMod val="50000"/>
                  </a:schemeClr>
                </a:solidFill>
                <a:sym typeface="Symbol" panose="05050102010706020507" pitchFamily="18" charset="2"/>
              </a:rPr>
              <a:t>u</a:t>
            </a:r>
            <a:r>
              <a:rPr lang="en-US" altLang="en-US" sz="2800" b="1" spc="50" dirty="0" err="1">
                <a:solidFill>
                  <a:srgbClr val="FF0000"/>
                </a:solidFill>
                <a:sym typeface="Symbol" panose="05050102010706020507" pitchFamily="18" charset="2"/>
              </a:rPr>
              <a:t>q</a:t>
            </a:r>
            <a:r>
              <a:rPr lang="en-US" altLang="en-US" sz="2800" b="1" spc="50" baseline="-25000" dirty="0" err="1">
                <a:solidFill>
                  <a:srgbClr val="FF0000"/>
                </a:solidFill>
                <a:sym typeface="Symbol" panose="05050102010706020507" pitchFamily="18" charset="2"/>
              </a:rPr>
              <a:t>j</a:t>
            </a:r>
            <a:r>
              <a:rPr lang="en-US" altLang="en-US" sz="2800" i="1" spc="50" dirty="0" err="1">
                <a:solidFill>
                  <a:srgbClr val="00B050"/>
                </a:solidFill>
                <a:sym typeface="Symbol" panose="05050102010706020507" pitchFamily="18" charset="2"/>
              </a:rPr>
              <a:t>a</a:t>
            </a:r>
            <a:r>
              <a:rPr lang="en-US" altLang="en-US" sz="2800" i="1" spc="50" dirty="0" err="1">
                <a:solidFill>
                  <a:srgbClr val="E68900"/>
                </a:solidFill>
                <a:sym typeface="Symbol" panose="05050102010706020507" pitchFamily="18" charset="2"/>
              </a:rPr>
              <a:t>c</a:t>
            </a:r>
            <a:r>
              <a:rPr lang="en-US" altLang="en-US" sz="2800" i="1" spc="50" dirty="0" err="1">
                <a:solidFill>
                  <a:schemeClr val="bg2">
                    <a:lumMod val="50000"/>
                  </a:schemeClr>
                </a:solidFill>
                <a:sym typeface="Symbol" panose="05050102010706020507" pitchFamily="18" charset="2"/>
              </a:rPr>
              <a:t>v</a:t>
            </a:r>
            <a:r>
              <a:rPr lang="en-US" altLang="en-US" sz="2800" dirty="0">
                <a:sym typeface="Symbol" panose="05050102010706020507" pitchFamily="18" charset="2"/>
              </a:rPr>
              <a:t>”</a:t>
            </a:r>
          </a:p>
          <a:p>
            <a:pPr marL="0" indent="0">
              <a:buNone/>
            </a:pPr>
            <a:r>
              <a:rPr lang="en-US" altLang="en-US" sz="2800" dirty="0">
                <a:sym typeface="Symbol" panose="05050102010706020507" pitchFamily="18" charset="2"/>
              </a:rPr>
              <a:t>   if and only if:</a:t>
            </a:r>
          </a:p>
          <a:p>
            <a:pPr marL="0" indent="0">
              <a:buNone/>
            </a:pPr>
            <a:r>
              <a:rPr lang="en-US" altLang="en-US" sz="2800" dirty="0">
                <a:sym typeface="Symbol" panose="05050102010706020507" pitchFamily="18" charset="2"/>
              </a:rPr>
              <a:t>   (q</a:t>
            </a:r>
            <a:r>
              <a:rPr lang="en-US" altLang="en-US" sz="2800" baseline="-25000" dirty="0">
                <a:sym typeface="Symbol" panose="05050102010706020507" pitchFamily="18" charset="2"/>
              </a:rPr>
              <a:t>i</a:t>
            </a:r>
            <a:r>
              <a:rPr lang="en-US" altLang="en-US" sz="2800" dirty="0">
                <a:sym typeface="Symbol" panose="05050102010706020507" pitchFamily="18" charset="2"/>
              </a:rPr>
              <a:t>, </a:t>
            </a:r>
            <a:r>
              <a:rPr lang="en-US" altLang="en-US" sz="2800" i="1" dirty="0">
                <a:sym typeface="Symbol" panose="05050102010706020507" pitchFamily="18" charset="2"/>
              </a:rPr>
              <a:t>b</a:t>
            </a:r>
            <a:r>
              <a:rPr lang="en-US" altLang="en-US" sz="2800" dirty="0">
                <a:sym typeface="Symbol" panose="05050102010706020507" pitchFamily="18" charset="2"/>
              </a:rPr>
              <a:t>) = (</a:t>
            </a:r>
            <a:r>
              <a:rPr lang="en-US" altLang="en-US" sz="2800" dirty="0" err="1">
                <a:sym typeface="Symbol" panose="05050102010706020507" pitchFamily="18" charset="2"/>
              </a:rPr>
              <a:t>q</a:t>
            </a:r>
            <a:r>
              <a:rPr lang="en-US" altLang="en-US" sz="2800" baseline="-25000" dirty="0" err="1">
                <a:sym typeface="Symbol" panose="05050102010706020507" pitchFamily="18" charset="2"/>
              </a:rPr>
              <a:t>j</a:t>
            </a:r>
            <a:r>
              <a:rPr lang="en-US" altLang="en-US" sz="2800" dirty="0">
                <a:sym typeface="Symbol" panose="05050102010706020507" pitchFamily="18" charset="2"/>
              </a:rPr>
              <a:t>, </a:t>
            </a:r>
            <a:r>
              <a:rPr lang="en-US" altLang="en-US" sz="2800" i="1" dirty="0">
                <a:sym typeface="Symbol" panose="05050102010706020507" pitchFamily="18" charset="2"/>
              </a:rPr>
              <a:t>c</a:t>
            </a:r>
            <a:r>
              <a:rPr lang="en-US" altLang="en-US" sz="2800" dirty="0">
                <a:sym typeface="Symbol" panose="05050102010706020507" pitchFamily="18" charset="2"/>
              </a:rPr>
              <a:t>, L).</a:t>
            </a:r>
            <a:endParaRPr lang="en-US" altLang="en-US" sz="2800" dirty="0"/>
          </a:p>
          <a:p>
            <a:endParaRPr lang="en-US" dirty="0"/>
          </a:p>
        </p:txBody>
      </p:sp>
      <p:sp>
        <p:nvSpPr>
          <p:cNvPr id="5" name="Oval 4">
            <a:extLst>
              <a:ext uri="{FF2B5EF4-FFF2-40B4-BE49-F238E27FC236}">
                <a16:creationId xmlns:a16="http://schemas.microsoft.com/office/drawing/2014/main" id="{7E9601E6-6570-43AB-B9A3-B10AE21779FC}"/>
              </a:ext>
            </a:extLst>
          </p:cNvPr>
          <p:cNvSpPr/>
          <p:nvPr/>
        </p:nvSpPr>
        <p:spPr>
          <a:xfrm>
            <a:off x="3638205" y="4008769"/>
            <a:ext cx="833416" cy="830997"/>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t>q</a:t>
            </a:r>
            <a:r>
              <a:rPr lang="en-US" sz="3200" baseline="-25000" dirty="0"/>
              <a:t>i</a:t>
            </a:r>
            <a:endParaRPr lang="en-US" baseline="-25000" dirty="0"/>
          </a:p>
        </p:txBody>
      </p:sp>
      <p:sp>
        <p:nvSpPr>
          <p:cNvPr id="6" name="Oval 5">
            <a:extLst>
              <a:ext uri="{FF2B5EF4-FFF2-40B4-BE49-F238E27FC236}">
                <a16:creationId xmlns:a16="http://schemas.microsoft.com/office/drawing/2014/main" id="{6DD77D61-F8D7-4656-BAF8-E2C2FF0CF6F0}"/>
              </a:ext>
            </a:extLst>
          </p:cNvPr>
          <p:cNvSpPr/>
          <p:nvPr/>
        </p:nvSpPr>
        <p:spPr>
          <a:xfrm>
            <a:off x="6592274" y="4003435"/>
            <a:ext cx="833416" cy="830997"/>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err="1"/>
              <a:t>q</a:t>
            </a:r>
            <a:r>
              <a:rPr lang="en-US" baseline="-25000" dirty="0" err="1"/>
              <a:t>j</a:t>
            </a:r>
            <a:endParaRPr lang="en-US" dirty="0"/>
          </a:p>
        </p:txBody>
      </p:sp>
      <p:cxnSp>
        <p:nvCxnSpPr>
          <p:cNvPr id="7" name="Straight Arrow Connector 6">
            <a:extLst>
              <a:ext uri="{FF2B5EF4-FFF2-40B4-BE49-F238E27FC236}">
                <a16:creationId xmlns:a16="http://schemas.microsoft.com/office/drawing/2014/main" id="{4F464C46-C1F6-49C5-9E90-A31DD6917FDE}"/>
              </a:ext>
            </a:extLst>
          </p:cNvPr>
          <p:cNvCxnSpPr>
            <a:cxnSpLocks/>
            <a:stCxn id="5" idx="6"/>
            <a:endCxn id="6" idx="2"/>
          </p:cNvCxnSpPr>
          <p:nvPr/>
        </p:nvCxnSpPr>
        <p:spPr>
          <a:xfrm flipV="1">
            <a:off x="4471621" y="4418934"/>
            <a:ext cx="2120653" cy="53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327E63F4-6B30-4CC8-A227-39C54404E8EB}"/>
              </a:ext>
            </a:extLst>
          </p:cNvPr>
          <p:cNvSpPr/>
          <p:nvPr/>
        </p:nvSpPr>
        <p:spPr>
          <a:xfrm>
            <a:off x="4666285" y="3916013"/>
            <a:ext cx="1560507" cy="66470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dirty="0"/>
              <a:t>b </a:t>
            </a:r>
            <a:r>
              <a:rPr lang="en-US" sz="2800" dirty="0">
                <a:sym typeface="Wingdings" panose="05000000000000000000" pitchFamily="2" charset="2"/>
              </a:rPr>
              <a:t> c, R</a:t>
            </a:r>
            <a:endParaRPr lang="en-US" sz="2800" dirty="0"/>
          </a:p>
        </p:txBody>
      </p:sp>
      <p:sp>
        <p:nvSpPr>
          <p:cNvPr id="9" name="Oval 8">
            <a:extLst>
              <a:ext uri="{FF2B5EF4-FFF2-40B4-BE49-F238E27FC236}">
                <a16:creationId xmlns:a16="http://schemas.microsoft.com/office/drawing/2014/main" id="{ACB321E4-1B81-4996-96C1-70802744BF91}"/>
              </a:ext>
            </a:extLst>
          </p:cNvPr>
          <p:cNvSpPr/>
          <p:nvPr/>
        </p:nvSpPr>
        <p:spPr>
          <a:xfrm>
            <a:off x="3802216" y="5660097"/>
            <a:ext cx="833416" cy="830997"/>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t>q</a:t>
            </a:r>
            <a:r>
              <a:rPr lang="en-US" sz="3200" baseline="-25000" dirty="0"/>
              <a:t>i</a:t>
            </a:r>
            <a:endParaRPr lang="en-US" baseline="-25000" dirty="0"/>
          </a:p>
        </p:txBody>
      </p:sp>
      <p:sp>
        <p:nvSpPr>
          <p:cNvPr id="10" name="Oval 9">
            <a:extLst>
              <a:ext uri="{FF2B5EF4-FFF2-40B4-BE49-F238E27FC236}">
                <a16:creationId xmlns:a16="http://schemas.microsoft.com/office/drawing/2014/main" id="{6D3135BD-D60F-483D-AECE-F520AE6B6FD9}"/>
              </a:ext>
            </a:extLst>
          </p:cNvPr>
          <p:cNvSpPr/>
          <p:nvPr/>
        </p:nvSpPr>
        <p:spPr>
          <a:xfrm>
            <a:off x="6660595" y="5660096"/>
            <a:ext cx="833416" cy="830997"/>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err="1"/>
              <a:t>q</a:t>
            </a:r>
            <a:r>
              <a:rPr lang="en-US" baseline="-25000" dirty="0" err="1"/>
              <a:t>j</a:t>
            </a:r>
            <a:endParaRPr lang="en-US" dirty="0"/>
          </a:p>
        </p:txBody>
      </p:sp>
      <p:cxnSp>
        <p:nvCxnSpPr>
          <p:cNvPr id="11" name="Straight Arrow Connector 10">
            <a:extLst>
              <a:ext uri="{FF2B5EF4-FFF2-40B4-BE49-F238E27FC236}">
                <a16:creationId xmlns:a16="http://schemas.microsoft.com/office/drawing/2014/main" id="{EA562D2E-605A-442C-ACBA-66F2DA83F56F}"/>
              </a:ext>
            </a:extLst>
          </p:cNvPr>
          <p:cNvCxnSpPr>
            <a:cxnSpLocks/>
            <a:stCxn id="9" idx="6"/>
            <a:endCxn id="10" idx="2"/>
          </p:cNvCxnSpPr>
          <p:nvPr/>
        </p:nvCxnSpPr>
        <p:spPr>
          <a:xfrm flipV="1">
            <a:off x="4635632" y="6075595"/>
            <a:ext cx="2024963"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01CA0B8E-B9F1-407E-BB58-DF9651ADE7AD}"/>
              </a:ext>
            </a:extLst>
          </p:cNvPr>
          <p:cNvSpPr/>
          <p:nvPr/>
        </p:nvSpPr>
        <p:spPr>
          <a:xfrm>
            <a:off x="4751693" y="5545789"/>
            <a:ext cx="1560507" cy="66470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dirty="0"/>
              <a:t>b </a:t>
            </a:r>
            <a:r>
              <a:rPr lang="en-US" sz="2800" dirty="0">
                <a:sym typeface="Wingdings" panose="05000000000000000000" pitchFamily="2" charset="2"/>
              </a:rPr>
              <a:t> c, L</a:t>
            </a:r>
            <a:endParaRPr lang="en-US" sz="2800" dirty="0"/>
          </a:p>
        </p:txBody>
      </p:sp>
    </p:spTree>
    <p:extLst>
      <p:ext uri="{BB962C8B-B14F-4D97-AF65-F5344CB8AC3E}">
        <p14:creationId xmlns:p14="http://schemas.microsoft.com/office/powerpoint/2010/main" val="166365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left)">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left)">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wipe(left)">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wipe(left)">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wipe(left)">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1" presetClass="entr" presetSubtype="8" fill="hold" grpId="0"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heel(8)">
                                      <p:cBhvr>
                                        <p:cTn id="52" dur="500"/>
                                        <p:tgtEl>
                                          <p:spTgt spid="5"/>
                                        </p:tgtEl>
                                      </p:cBhvr>
                                    </p:animEffec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wipe(left)">
                                      <p:cBhvr>
                                        <p:cTn id="56" dur="500"/>
                                        <p:tgtEl>
                                          <p:spTgt spid="7"/>
                                        </p:tgtEl>
                                      </p:cBhvr>
                                    </p:animEffect>
                                  </p:childTnLst>
                                </p:cTn>
                              </p:par>
                            </p:childTnLst>
                          </p:cTn>
                        </p:par>
                        <p:par>
                          <p:cTn id="57" fill="hold">
                            <p:stCondLst>
                              <p:cond delay="1000"/>
                            </p:stCondLst>
                            <p:childTnLst>
                              <p:par>
                                <p:cTn id="58" presetID="21" presetClass="entr" presetSubtype="8" fill="hold" grpId="0" nodeType="after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wheel(8)">
                                      <p:cBhvr>
                                        <p:cTn id="60" dur="500"/>
                                        <p:tgtEl>
                                          <p:spTgt spid="6"/>
                                        </p:tgtEl>
                                      </p:cBhvr>
                                    </p:animEffect>
                                  </p:childTnLst>
                                </p:cTn>
                              </p:par>
                            </p:childTnLst>
                          </p:cTn>
                        </p:par>
                        <p:par>
                          <p:cTn id="61" fill="hold">
                            <p:stCondLst>
                              <p:cond delay="1500"/>
                            </p:stCondLst>
                            <p:childTnLst>
                              <p:par>
                                <p:cTn id="62" presetID="1" presetClass="entr" presetSubtype="0" fill="hold" grpId="0" nodeType="afterEffect">
                                  <p:stCondLst>
                                    <p:cond delay="0"/>
                                  </p:stCondLst>
                                  <p:childTnLst>
                                    <p:set>
                                      <p:cBhvr>
                                        <p:cTn id="63" dur="1" fill="hold">
                                          <p:stCondLst>
                                            <p:cond delay="0"/>
                                          </p:stCondLst>
                                        </p:cTn>
                                        <p:tgtEl>
                                          <p:spTgt spid="8"/>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4">
                                            <p:txEl>
                                              <p:pRg st="10" end="10"/>
                                            </p:txEl>
                                          </p:spTgt>
                                        </p:tgtEl>
                                        <p:attrNameLst>
                                          <p:attrName>style.visibility</p:attrName>
                                        </p:attrNameLst>
                                      </p:cBhvr>
                                      <p:to>
                                        <p:strVal val="visible"/>
                                      </p:to>
                                    </p:set>
                                    <p:animEffect transition="in" filter="wipe(left)">
                                      <p:cBhvr>
                                        <p:cTn id="68" dur="500"/>
                                        <p:tgtEl>
                                          <p:spTgt spid="4">
                                            <p:txEl>
                                              <p:pRg st="10" end="1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4">
                                            <p:txEl>
                                              <p:pRg st="11" end="11"/>
                                            </p:txEl>
                                          </p:spTgt>
                                        </p:tgtEl>
                                        <p:attrNameLst>
                                          <p:attrName>style.visibility</p:attrName>
                                        </p:attrNameLst>
                                      </p:cBhvr>
                                      <p:to>
                                        <p:strVal val="visible"/>
                                      </p:to>
                                    </p:set>
                                    <p:animEffect transition="in" filter="wipe(left)">
                                      <p:cBhvr>
                                        <p:cTn id="73" dur="500"/>
                                        <p:tgtEl>
                                          <p:spTgt spid="4">
                                            <p:txEl>
                                              <p:pRg st="11" end="11"/>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4">
                                            <p:txEl>
                                              <p:pRg st="12" end="12"/>
                                            </p:txEl>
                                          </p:spTgt>
                                        </p:tgtEl>
                                        <p:attrNameLst>
                                          <p:attrName>style.visibility</p:attrName>
                                        </p:attrNameLst>
                                      </p:cBhvr>
                                      <p:to>
                                        <p:strVal val="visible"/>
                                      </p:to>
                                    </p:set>
                                    <p:animEffect transition="in" filter="wipe(left)">
                                      <p:cBhvr>
                                        <p:cTn id="78" dur="500"/>
                                        <p:tgtEl>
                                          <p:spTgt spid="4">
                                            <p:txEl>
                                              <p:pRg st="12" end="12"/>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21" presetClass="entr" presetSubtype="8" fill="hold" grpId="0" nodeType="clickEffect">
                                  <p:stCondLst>
                                    <p:cond delay="0"/>
                                  </p:stCondLst>
                                  <p:childTnLst>
                                    <p:set>
                                      <p:cBhvr>
                                        <p:cTn id="82" dur="1" fill="hold">
                                          <p:stCondLst>
                                            <p:cond delay="0"/>
                                          </p:stCondLst>
                                        </p:cTn>
                                        <p:tgtEl>
                                          <p:spTgt spid="9"/>
                                        </p:tgtEl>
                                        <p:attrNameLst>
                                          <p:attrName>style.visibility</p:attrName>
                                        </p:attrNameLst>
                                      </p:cBhvr>
                                      <p:to>
                                        <p:strVal val="visible"/>
                                      </p:to>
                                    </p:set>
                                    <p:animEffect transition="in" filter="wheel(8)">
                                      <p:cBhvr>
                                        <p:cTn id="83" dur="500"/>
                                        <p:tgtEl>
                                          <p:spTgt spid="9"/>
                                        </p:tgtEl>
                                      </p:cBhvr>
                                    </p:animEffect>
                                  </p:childTnLst>
                                </p:cTn>
                              </p:par>
                            </p:childTnLst>
                          </p:cTn>
                        </p:par>
                        <p:par>
                          <p:cTn id="84" fill="hold">
                            <p:stCondLst>
                              <p:cond delay="500"/>
                            </p:stCondLst>
                            <p:childTnLst>
                              <p:par>
                                <p:cTn id="85" presetID="22" presetClass="entr" presetSubtype="8" fill="hold" nodeType="afterEffect">
                                  <p:stCondLst>
                                    <p:cond delay="0"/>
                                  </p:stCondLst>
                                  <p:childTnLst>
                                    <p:set>
                                      <p:cBhvr>
                                        <p:cTn id="86" dur="1" fill="hold">
                                          <p:stCondLst>
                                            <p:cond delay="0"/>
                                          </p:stCondLst>
                                        </p:cTn>
                                        <p:tgtEl>
                                          <p:spTgt spid="11"/>
                                        </p:tgtEl>
                                        <p:attrNameLst>
                                          <p:attrName>style.visibility</p:attrName>
                                        </p:attrNameLst>
                                      </p:cBhvr>
                                      <p:to>
                                        <p:strVal val="visible"/>
                                      </p:to>
                                    </p:set>
                                    <p:animEffect transition="in" filter="wipe(left)">
                                      <p:cBhvr>
                                        <p:cTn id="87" dur="500"/>
                                        <p:tgtEl>
                                          <p:spTgt spid="11"/>
                                        </p:tgtEl>
                                      </p:cBhvr>
                                    </p:animEffect>
                                  </p:childTnLst>
                                </p:cTn>
                              </p:par>
                            </p:childTnLst>
                          </p:cTn>
                        </p:par>
                        <p:par>
                          <p:cTn id="88" fill="hold">
                            <p:stCondLst>
                              <p:cond delay="1000"/>
                            </p:stCondLst>
                            <p:childTnLst>
                              <p:par>
                                <p:cTn id="89" presetID="21" presetClass="entr" presetSubtype="8" fill="hold" grpId="0" nodeType="afterEffect">
                                  <p:stCondLst>
                                    <p:cond delay="0"/>
                                  </p:stCondLst>
                                  <p:childTnLst>
                                    <p:set>
                                      <p:cBhvr>
                                        <p:cTn id="90" dur="1" fill="hold">
                                          <p:stCondLst>
                                            <p:cond delay="0"/>
                                          </p:stCondLst>
                                        </p:cTn>
                                        <p:tgtEl>
                                          <p:spTgt spid="10"/>
                                        </p:tgtEl>
                                        <p:attrNameLst>
                                          <p:attrName>style.visibility</p:attrName>
                                        </p:attrNameLst>
                                      </p:cBhvr>
                                      <p:to>
                                        <p:strVal val="visible"/>
                                      </p:to>
                                    </p:set>
                                    <p:animEffect transition="in" filter="wheel(8)">
                                      <p:cBhvr>
                                        <p:cTn id="91" dur="500"/>
                                        <p:tgtEl>
                                          <p:spTgt spid="10"/>
                                        </p:tgtEl>
                                      </p:cBhvr>
                                    </p:animEffect>
                                  </p:childTnLst>
                                </p:cTn>
                              </p:par>
                            </p:childTnLst>
                          </p:cTn>
                        </p:par>
                        <p:par>
                          <p:cTn id="92" fill="hold">
                            <p:stCondLst>
                              <p:cond delay="1500"/>
                            </p:stCondLst>
                            <p:childTnLst>
                              <p:par>
                                <p:cTn id="93" presetID="1" presetClass="entr" presetSubtype="0" fill="hold" grpId="0" nodeType="afterEffect">
                                  <p:stCondLst>
                                    <p:cond delay="0"/>
                                  </p:stCondLst>
                                  <p:childTnLst>
                                    <p:set>
                                      <p:cBhvr>
                                        <p:cTn id="9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animBg="1"/>
      <p:bldP spid="10" grpId="0" animBg="1"/>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94EFFD4-B5FE-45D8-864D-AA5D08BD085B}"/>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EEA3A2E-899D-4BA0-BF6E-C0281E3D0FFD}"/>
              </a:ext>
            </a:extLst>
          </p:cNvPr>
          <p:cNvSpPr>
            <a:spLocks noGrp="1"/>
          </p:cNvSpPr>
          <p:nvPr>
            <p:ph type="body" sz="quarter" idx="12"/>
          </p:nvPr>
        </p:nvSpPr>
        <p:spPr/>
        <p:txBody>
          <a:bodyPr/>
          <a:lstStyle/>
          <a:p>
            <a:r>
              <a:rPr lang="en-US" altLang="en-US" dirty="0">
                <a:solidFill>
                  <a:srgbClr val="FF0000"/>
                </a:solidFill>
              </a:rPr>
              <a:t>Configuration: Terminology</a:t>
            </a:r>
            <a:endParaRPr lang="en-US" dirty="0">
              <a:solidFill>
                <a:srgbClr val="FF0000"/>
              </a:solidFill>
            </a:endParaRPr>
          </a:p>
        </p:txBody>
      </p:sp>
      <p:sp>
        <p:nvSpPr>
          <p:cNvPr id="4" name="Text Placeholder 3">
            <a:extLst>
              <a:ext uri="{FF2B5EF4-FFF2-40B4-BE49-F238E27FC236}">
                <a16:creationId xmlns:a16="http://schemas.microsoft.com/office/drawing/2014/main" id="{C6792DB6-3088-4CC5-AC47-50112B3C4F06}"/>
              </a:ext>
            </a:extLst>
          </p:cNvPr>
          <p:cNvSpPr>
            <a:spLocks noGrp="1"/>
          </p:cNvSpPr>
          <p:nvPr>
            <p:ph type="body" sz="quarter" idx="13"/>
          </p:nvPr>
        </p:nvSpPr>
        <p:spPr>
          <a:xfrm>
            <a:off x="137160" y="846142"/>
            <a:ext cx="8900160" cy="5591175"/>
          </a:xfrm>
        </p:spPr>
        <p:txBody>
          <a:bodyPr>
            <a:normAutofit/>
          </a:bodyPr>
          <a:lstStyle/>
          <a:p>
            <a:pPr>
              <a:spcAft>
                <a:spcPts val="1800"/>
              </a:spcAft>
              <a:buClrTx/>
            </a:pPr>
            <a:r>
              <a:rPr lang="en-US" altLang="en-US" sz="2800" i="1" dirty="0"/>
              <a:t> starting configuration</a:t>
            </a:r>
            <a:r>
              <a:rPr lang="en-US" altLang="en-US" sz="2800" dirty="0"/>
              <a:t> on input w: “</a:t>
            </a:r>
            <a:r>
              <a:rPr lang="en-US" altLang="en-US" sz="2800" b="1" spc="50" dirty="0"/>
              <a:t>q</a:t>
            </a:r>
            <a:r>
              <a:rPr lang="en-US" altLang="en-US" sz="2800" b="1" spc="50" baseline="-25000" dirty="0"/>
              <a:t>0</a:t>
            </a:r>
            <a:r>
              <a:rPr lang="en-US" altLang="en-US" sz="2800" i="1" spc="50" dirty="0"/>
              <a:t>w</a:t>
            </a:r>
            <a:r>
              <a:rPr lang="en-US" altLang="en-US" sz="2800" dirty="0"/>
              <a:t>”</a:t>
            </a:r>
            <a:endParaRPr lang="en-US" altLang="en-US" sz="2800" i="1" dirty="0"/>
          </a:p>
          <a:p>
            <a:pPr>
              <a:spcAft>
                <a:spcPts val="1800"/>
              </a:spcAft>
              <a:buClrTx/>
            </a:pPr>
            <a:r>
              <a:rPr lang="en-US" altLang="en-US" sz="2800" i="1" dirty="0">
                <a:solidFill>
                  <a:srgbClr val="0070C0"/>
                </a:solidFill>
              </a:rPr>
              <a:t> accepting configuration</a:t>
            </a:r>
            <a:r>
              <a:rPr lang="en-US" altLang="en-US" sz="2800" dirty="0">
                <a:solidFill>
                  <a:srgbClr val="0070C0"/>
                </a:solidFill>
              </a:rPr>
              <a:t>: “</a:t>
            </a:r>
            <a:r>
              <a:rPr lang="en-US" altLang="en-US" sz="2800" i="1" spc="50" dirty="0" err="1">
                <a:solidFill>
                  <a:srgbClr val="0070C0"/>
                </a:solidFill>
              </a:rPr>
              <a:t>u</a:t>
            </a:r>
            <a:r>
              <a:rPr lang="en-US" altLang="en-US" sz="2800" b="1" spc="50" dirty="0" err="1">
                <a:solidFill>
                  <a:srgbClr val="0070C0"/>
                </a:solidFill>
              </a:rPr>
              <a:t>q</a:t>
            </a:r>
            <a:r>
              <a:rPr lang="en-US" altLang="en-US" sz="2800" b="1" spc="50" baseline="-25000" dirty="0" err="1">
                <a:solidFill>
                  <a:srgbClr val="0070C0"/>
                </a:solidFill>
              </a:rPr>
              <a:t>A</a:t>
            </a:r>
            <a:r>
              <a:rPr lang="en-US" altLang="en-US" sz="2800" i="1" spc="50" dirty="0" err="1">
                <a:solidFill>
                  <a:srgbClr val="0070C0"/>
                </a:solidFill>
              </a:rPr>
              <a:t>v</a:t>
            </a:r>
            <a:r>
              <a:rPr lang="en-US" altLang="en-US" sz="2800" dirty="0">
                <a:solidFill>
                  <a:srgbClr val="0070C0"/>
                </a:solidFill>
              </a:rPr>
              <a:t>”</a:t>
            </a:r>
          </a:p>
          <a:p>
            <a:pPr>
              <a:spcAft>
                <a:spcPts val="1800"/>
              </a:spcAft>
              <a:buClrTx/>
            </a:pPr>
            <a:r>
              <a:rPr lang="en-US" altLang="en-US" sz="2800" i="1" dirty="0"/>
              <a:t> rejecting configuration</a:t>
            </a:r>
            <a:r>
              <a:rPr lang="en-US" altLang="en-US" sz="2800" dirty="0"/>
              <a:t>: “</a:t>
            </a:r>
            <a:r>
              <a:rPr lang="en-US" altLang="en-US" sz="2800" i="1" spc="50" dirty="0" err="1"/>
              <a:t>u</a:t>
            </a:r>
            <a:r>
              <a:rPr lang="en-US" altLang="en-US" sz="2800" b="1" spc="50" dirty="0" err="1"/>
              <a:t>q</a:t>
            </a:r>
            <a:r>
              <a:rPr lang="en-US" altLang="en-US" sz="2800" b="1" spc="50" baseline="-25000" dirty="0" err="1"/>
              <a:t>R</a:t>
            </a:r>
            <a:r>
              <a:rPr lang="en-US" altLang="en-US" sz="2800" i="1" spc="50" dirty="0" err="1"/>
              <a:t>v</a:t>
            </a:r>
            <a:r>
              <a:rPr lang="en-US" altLang="en-US" sz="2800" dirty="0"/>
              <a:t>”</a:t>
            </a:r>
          </a:p>
          <a:p>
            <a:pPr>
              <a:spcAft>
                <a:spcPts val="1800"/>
              </a:spcAft>
              <a:buClrTx/>
            </a:pPr>
            <a:r>
              <a:rPr lang="en-US" altLang="en-US" sz="2800" dirty="0">
                <a:solidFill>
                  <a:srgbClr val="0070C0"/>
                </a:solidFill>
              </a:rPr>
              <a:t> The accepting and rejecting configurations are the </a:t>
            </a:r>
            <a:r>
              <a:rPr lang="en-US" altLang="en-US" sz="2800" i="1" dirty="0">
                <a:solidFill>
                  <a:srgbClr val="0070C0"/>
                </a:solidFill>
              </a:rPr>
              <a:t>halting configurations</a:t>
            </a:r>
            <a:r>
              <a:rPr lang="en-US" altLang="en-US" sz="2800" dirty="0">
                <a:solidFill>
                  <a:srgbClr val="0070C0"/>
                </a:solidFill>
              </a:rPr>
              <a:t>.</a:t>
            </a:r>
          </a:p>
        </p:txBody>
      </p:sp>
    </p:spTree>
    <p:extLst>
      <p:ext uri="{BB962C8B-B14F-4D97-AF65-F5344CB8AC3E}">
        <p14:creationId xmlns:p14="http://schemas.microsoft.com/office/powerpoint/2010/main" val="278393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2AED8E6-17C3-4B1A-A6E1-5A2FB9649320}"/>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BD82296A-707E-4688-9D09-8E7A18334590}"/>
              </a:ext>
            </a:extLst>
          </p:cNvPr>
          <p:cNvSpPr>
            <a:spLocks noGrp="1"/>
          </p:cNvSpPr>
          <p:nvPr>
            <p:ph type="body" sz="quarter" idx="12"/>
          </p:nvPr>
        </p:nvSpPr>
        <p:spPr/>
        <p:txBody>
          <a:bodyPr/>
          <a:lstStyle/>
          <a:p>
            <a:r>
              <a:rPr lang="en-US" altLang="en-US" dirty="0">
                <a:solidFill>
                  <a:srgbClr val="FF0000"/>
                </a:solidFill>
              </a:rPr>
              <a:t>Configuration: Accepting TMs</a:t>
            </a:r>
            <a:endParaRPr lang="en-US" dirty="0">
              <a:solidFill>
                <a:srgbClr val="FF0000"/>
              </a:solidFill>
            </a:endParaRPr>
          </a:p>
        </p:txBody>
      </p:sp>
      <p:sp>
        <p:nvSpPr>
          <p:cNvPr id="4" name="Text Placeholder 3">
            <a:extLst>
              <a:ext uri="{FF2B5EF4-FFF2-40B4-BE49-F238E27FC236}">
                <a16:creationId xmlns:a16="http://schemas.microsoft.com/office/drawing/2014/main" id="{33667CD1-D5BF-4F46-AE02-DDFD18F33B18}"/>
              </a:ext>
            </a:extLst>
          </p:cNvPr>
          <p:cNvSpPr>
            <a:spLocks noGrp="1"/>
          </p:cNvSpPr>
          <p:nvPr>
            <p:ph type="body" sz="quarter" idx="13"/>
          </p:nvPr>
        </p:nvSpPr>
        <p:spPr>
          <a:xfrm>
            <a:off x="182881" y="846142"/>
            <a:ext cx="8854440" cy="5591175"/>
          </a:xfrm>
        </p:spPr>
        <p:txBody>
          <a:bodyPr/>
          <a:lstStyle/>
          <a:p>
            <a:pPr>
              <a:spcAft>
                <a:spcPts val="1800"/>
              </a:spcAft>
              <a:buClrTx/>
            </a:pPr>
            <a:r>
              <a:rPr lang="en-US" altLang="en-US" sz="2800" dirty="0"/>
              <a:t> A Turing machine M </a:t>
            </a:r>
            <a:r>
              <a:rPr lang="en-US" altLang="en-US" sz="2800" u="sng" dirty="0"/>
              <a:t>accepts</a:t>
            </a:r>
            <a:r>
              <a:rPr lang="en-US" altLang="en-US" sz="2800" dirty="0"/>
              <a:t> input </a:t>
            </a:r>
            <a:r>
              <a:rPr lang="en-US" altLang="en-US" sz="2800" i="1" dirty="0"/>
              <a:t>w</a:t>
            </a:r>
            <a:r>
              <a:rPr lang="en-US" altLang="en-US" sz="2800" dirty="0">
                <a:sym typeface="Symbol" panose="05050102010706020507" pitchFamily="18" charset="2"/>
              </a:rPr>
              <a:t>* if and only if there is a finite sequence of configurations </a:t>
            </a:r>
            <a:r>
              <a:rPr lang="en-US" altLang="en-US" sz="2800" dirty="0">
                <a:latin typeface="Cambria Math" panose="02040503050406030204" pitchFamily="18" charset="0"/>
                <a:ea typeface="Cambria Math" panose="02040503050406030204" pitchFamily="18" charset="0"/>
                <a:sym typeface="Symbol" panose="05050102010706020507" pitchFamily="18" charset="2"/>
              </a:rPr>
              <a:t>C</a:t>
            </a:r>
            <a:r>
              <a:rPr lang="en-US" altLang="en-US" sz="2800" baseline="-25000" dirty="0">
                <a:latin typeface="Cambria Math" panose="02040503050406030204" pitchFamily="18" charset="0"/>
                <a:ea typeface="Cambria Math" panose="02040503050406030204" pitchFamily="18" charset="0"/>
                <a:sym typeface="Symbol" panose="05050102010706020507" pitchFamily="18" charset="2"/>
              </a:rPr>
              <a:t>1</a:t>
            </a:r>
            <a:r>
              <a:rPr lang="en-US" altLang="en-US" sz="2800" dirty="0">
                <a:latin typeface="Cambria Math" panose="02040503050406030204" pitchFamily="18" charset="0"/>
                <a:ea typeface="Cambria Math" panose="02040503050406030204" pitchFamily="18" charset="0"/>
                <a:sym typeface="Symbol" panose="05050102010706020507" pitchFamily="18" charset="2"/>
              </a:rPr>
              <a:t>, C</a:t>
            </a:r>
            <a:r>
              <a:rPr lang="en-US" altLang="en-US" sz="2800" baseline="-25000" dirty="0">
                <a:latin typeface="Cambria Math" panose="02040503050406030204" pitchFamily="18" charset="0"/>
                <a:ea typeface="Cambria Math" panose="02040503050406030204" pitchFamily="18" charset="0"/>
                <a:sym typeface="Symbol" panose="05050102010706020507" pitchFamily="18" charset="2"/>
              </a:rPr>
              <a:t>2</a:t>
            </a:r>
            <a:r>
              <a:rPr lang="en-US" altLang="en-US" sz="2800" dirty="0">
                <a:latin typeface="Cambria Math" panose="02040503050406030204" pitchFamily="18" charset="0"/>
                <a:ea typeface="Cambria Math" panose="02040503050406030204" pitchFamily="18" charset="0"/>
                <a:sym typeface="Symbol" panose="05050102010706020507" pitchFamily="18" charset="2"/>
              </a:rPr>
              <a:t>, …, C</a:t>
            </a:r>
            <a:r>
              <a:rPr lang="en-US" altLang="en-US" sz="2800" baseline="-25000" dirty="0">
                <a:latin typeface="Cambria Math" panose="02040503050406030204" pitchFamily="18" charset="0"/>
                <a:ea typeface="Cambria Math" panose="02040503050406030204" pitchFamily="18" charset="0"/>
                <a:sym typeface="Symbol" panose="05050102010706020507" pitchFamily="18" charset="2"/>
              </a:rPr>
              <a:t>k</a:t>
            </a:r>
            <a:r>
              <a:rPr lang="en-US" altLang="en-US" sz="2800" dirty="0">
                <a:latin typeface="Cambria Math" panose="02040503050406030204" pitchFamily="18" charset="0"/>
                <a:ea typeface="Cambria Math" panose="02040503050406030204" pitchFamily="18" charset="0"/>
                <a:sym typeface="Symbol" panose="05050102010706020507" pitchFamily="18" charset="2"/>
              </a:rPr>
              <a:t> </a:t>
            </a:r>
            <a:r>
              <a:rPr lang="en-US" altLang="en-US" sz="2800" dirty="0">
                <a:sym typeface="Symbol" panose="05050102010706020507" pitchFamily="18" charset="2"/>
              </a:rPr>
              <a:t>with – </a:t>
            </a:r>
          </a:p>
          <a:p>
            <a:pPr lvl="1">
              <a:spcAft>
                <a:spcPts val="1800"/>
              </a:spcAft>
              <a:buClrTx/>
              <a:buFont typeface="Wingdings" panose="05000000000000000000" pitchFamily="2" charset="2"/>
              <a:buChar char="Ø"/>
            </a:pPr>
            <a:r>
              <a:rPr lang="en-US" altLang="en-US" sz="2600" dirty="0">
                <a:solidFill>
                  <a:srgbClr val="0070C0"/>
                </a:solidFill>
                <a:latin typeface="Cambria Math" panose="02040503050406030204" pitchFamily="18" charset="0"/>
                <a:ea typeface="Cambria Math" panose="02040503050406030204" pitchFamily="18" charset="0"/>
                <a:sym typeface="Symbol" panose="05050102010706020507" pitchFamily="18" charset="2"/>
              </a:rPr>
              <a:t>C</a:t>
            </a:r>
            <a:r>
              <a:rPr lang="en-US" altLang="en-US" sz="2600" baseline="-25000" dirty="0">
                <a:solidFill>
                  <a:srgbClr val="0070C0"/>
                </a:solidFill>
                <a:latin typeface="Cambria Math" panose="02040503050406030204" pitchFamily="18" charset="0"/>
                <a:ea typeface="Cambria Math" panose="02040503050406030204" pitchFamily="18" charset="0"/>
                <a:sym typeface="Symbol" panose="05050102010706020507" pitchFamily="18" charset="2"/>
              </a:rPr>
              <a:t>1</a:t>
            </a:r>
            <a:r>
              <a:rPr lang="en-US" altLang="en-US" sz="2600" dirty="0">
                <a:solidFill>
                  <a:srgbClr val="0070C0"/>
                </a:solidFill>
                <a:sym typeface="Symbol" panose="05050102010706020507" pitchFamily="18" charset="2"/>
              </a:rPr>
              <a:t> the starting configuration “</a:t>
            </a:r>
            <a:r>
              <a:rPr lang="en-US" altLang="en-US" sz="2600" b="1" spc="50" dirty="0">
                <a:solidFill>
                  <a:srgbClr val="0070C0"/>
                </a:solidFill>
                <a:sym typeface="Symbol" panose="05050102010706020507" pitchFamily="18" charset="2"/>
              </a:rPr>
              <a:t>q</a:t>
            </a:r>
            <a:r>
              <a:rPr lang="en-US" altLang="en-US" sz="2600" b="1" spc="50" baseline="-25000" dirty="0">
                <a:solidFill>
                  <a:srgbClr val="0070C0"/>
                </a:solidFill>
                <a:sym typeface="Symbol" panose="05050102010706020507" pitchFamily="18" charset="2"/>
              </a:rPr>
              <a:t>0</a:t>
            </a:r>
            <a:r>
              <a:rPr lang="en-US" altLang="en-US" sz="2600" i="1" spc="50" dirty="0">
                <a:solidFill>
                  <a:srgbClr val="0070C0"/>
                </a:solidFill>
                <a:sym typeface="Symbol" panose="05050102010706020507" pitchFamily="18" charset="2"/>
              </a:rPr>
              <a:t>w</a:t>
            </a:r>
            <a:r>
              <a:rPr lang="en-US" altLang="en-US" sz="2600" dirty="0">
                <a:solidFill>
                  <a:srgbClr val="0070C0"/>
                </a:solidFill>
                <a:sym typeface="Symbol" panose="05050102010706020507" pitchFamily="18" charset="2"/>
              </a:rPr>
              <a:t>”</a:t>
            </a:r>
          </a:p>
          <a:p>
            <a:pPr lvl="1">
              <a:spcAft>
                <a:spcPts val="1800"/>
              </a:spcAft>
              <a:buClrTx/>
              <a:buFont typeface="Wingdings" panose="05000000000000000000" pitchFamily="2" charset="2"/>
              <a:buChar char="Ø"/>
            </a:pPr>
            <a:r>
              <a:rPr lang="en-US" altLang="en-US" sz="2600" dirty="0">
                <a:solidFill>
                  <a:srgbClr val="0070C0"/>
                </a:solidFill>
                <a:sym typeface="Symbol" panose="05050102010706020507" pitchFamily="18" charset="2"/>
              </a:rPr>
              <a:t> for all </a:t>
            </a:r>
            <a:r>
              <a:rPr lang="en-US" altLang="en-US" sz="2600" dirty="0" err="1">
                <a:solidFill>
                  <a:srgbClr val="0070C0"/>
                </a:solidFill>
                <a:latin typeface="Cambria Math" panose="02040503050406030204" pitchFamily="18" charset="0"/>
                <a:ea typeface="Cambria Math" panose="02040503050406030204" pitchFamily="18" charset="0"/>
                <a:sym typeface="Symbol" panose="05050102010706020507" pitchFamily="18" charset="2"/>
              </a:rPr>
              <a:t>i</a:t>
            </a:r>
            <a:r>
              <a:rPr lang="en-US" altLang="en-US" sz="2600" dirty="0">
                <a:solidFill>
                  <a:srgbClr val="0070C0"/>
                </a:solidFill>
                <a:latin typeface="Cambria Math" panose="02040503050406030204" pitchFamily="18" charset="0"/>
                <a:ea typeface="Cambria Math" panose="02040503050406030204" pitchFamily="18" charset="0"/>
                <a:sym typeface="Symbol" panose="05050102010706020507" pitchFamily="18" charset="2"/>
              </a:rPr>
              <a:t> = 1 ,…, k–1 C</a:t>
            </a:r>
            <a:r>
              <a:rPr lang="en-US" altLang="en-US" sz="2600" baseline="-25000" dirty="0">
                <a:solidFill>
                  <a:srgbClr val="0070C0"/>
                </a:solidFill>
                <a:latin typeface="Cambria Math" panose="02040503050406030204" pitchFamily="18" charset="0"/>
                <a:ea typeface="Cambria Math" panose="02040503050406030204" pitchFamily="18" charset="0"/>
                <a:sym typeface="Symbol" panose="05050102010706020507" pitchFamily="18" charset="2"/>
              </a:rPr>
              <a:t>i</a:t>
            </a:r>
            <a:r>
              <a:rPr lang="en-US" altLang="en-US" sz="2600" dirty="0">
                <a:solidFill>
                  <a:srgbClr val="0070C0"/>
                </a:solidFill>
                <a:latin typeface="Cambria Math" panose="02040503050406030204" pitchFamily="18" charset="0"/>
                <a:ea typeface="Cambria Math" panose="02040503050406030204" pitchFamily="18" charset="0"/>
                <a:sym typeface="Symbol" panose="05050102010706020507" pitchFamily="18" charset="2"/>
              </a:rPr>
              <a:t> </a:t>
            </a:r>
            <a:r>
              <a:rPr lang="en-US" altLang="en-US" sz="2600" dirty="0">
                <a:solidFill>
                  <a:srgbClr val="0070C0"/>
                </a:solidFill>
                <a:sym typeface="Symbol" panose="05050102010706020507" pitchFamily="18" charset="2"/>
              </a:rPr>
              <a:t>yields </a:t>
            </a:r>
            <a:r>
              <a:rPr lang="en-US" altLang="en-US" sz="2600" dirty="0">
                <a:solidFill>
                  <a:srgbClr val="0070C0"/>
                </a:solidFill>
                <a:latin typeface="Cambria Math" panose="02040503050406030204" pitchFamily="18" charset="0"/>
                <a:ea typeface="Cambria Math" panose="02040503050406030204" pitchFamily="18" charset="0"/>
                <a:sym typeface="Symbol" panose="05050102010706020507" pitchFamily="18" charset="2"/>
              </a:rPr>
              <a:t>C</a:t>
            </a:r>
            <a:r>
              <a:rPr lang="en-US" altLang="en-US" sz="2600" baseline="-25000" dirty="0">
                <a:solidFill>
                  <a:srgbClr val="0070C0"/>
                </a:solidFill>
                <a:latin typeface="Cambria Math" panose="02040503050406030204" pitchFamily="18" charset="0"/>
                <a:ea typeface="Cambria Math" panose="02040503050406030204" pitchFamily="18" charset="0"/>
                <a:sym typeface="Symbol" panose="05050102010706020507" pitchFamily="18" charset="2"/>
              </a:rPr>
              <a:t>i+1</a:t>
            </a:r>
            <a:r>
              <a:rPr lang="en-US" altLang="en-US" sz="2600" dirty="0">
                <a:solidFill>
                  <a:srgbClr val="0070C0"/>
                </a:solidFill>
              </a:rPr>
              <a:t> (following M’s </a:t>
            </a:r>
            <a:r>
              <a:rPr lang="en-US" altLang="en-US" sz="2600" dirty="0">
                <a:solidFill>
                  <a:srgbClr val="0070C0"/>
                </a:solidFill>
                <a:sym typeface="Symbol" panose="05050102010706020507" pitchFamily="18" charset="2"/>
              </a:rPr>
              <a:t></a:t>
            </a:r>
            <a:r>
              <a:rPr lang="en-US" altLang="en-US" sz="2600" dirty="0">
                <a:solidFill>
                  <a:srgbClr val="0070C0"/>
                </a:solidFill>
              </a:rPr>
              <a:t>)</a:t>
            </a:r>
          </a:p>
          <a:p>
            <a:pPr lvl="1">
              <a:spcAft>
                <a:spcPts val="1800"/>
              </a:spcAft>
              <a:buClrTx/>
              <a:buFont typeface="Wingdings" panose="05000000000000000000" pitchFamily="2" charset="2"/>
              <a:buChar char="Ø"/>
            </a:pPr>
            <a:r>
              <a:rPr lang="en-US" altLang="en-US" sz="2600" dirty="0">
                <a:solidFill>
                  <a:srgbClr val="0070C0"/>
                </a:solidFill>
              </a:rPr>
              <a:t> </a:t>
            </a:r>
            <a:r>
              <a:rPr lang="en-US" altLang="en-US" sz="2600" dirty="0">
                <a:solidFill>
                  <a:srgbClr val="0070C0"/>
                </a:solidFill>
                <a:latin typeface="Cambria Math" panose="02040503050406030204" pitchFamily="18" charset="0"/>
                <a:ea typeface="Cambria Math" panose="02040503050406030204" pitchFamily="18" charset="0"/>
              </a:rPr>
              <a:t>C</a:t>
            </a:r>
            <a:r>
              <a:rPr lang="en-US" altLang="en-US" sz="2600" baseline="-25000" dirty="0">
                <a:solidFill>
                  <a:srgbClr val="0070C0"/>
                </a:solidFill>
                <a:latin typeface="Cambria Math" panose="02040503050406030204" pitchFamily="18" charset="0"/>
                <a:ea typeface="Cambria Math" panose="02040503050406030204" pitchFamily="18" charset="0"/>
              </a:rPr>
              <a:t>k</a:t>
            </a:r>
            <a:r>
              <a:rPr lang="en-US" altLang="en-US" sz="2600" dirty="0">
                <a:solidFill>
                  <a:srgbClr val="0070C0"/>
                </a:solidFill>
              </a:rPr>
              <a:t> is an accepting configuration “</a:t>
            </a:r>
            <a:r>
              <a:rPr lang="en-US" altLang="en-US" sz="2600" i="1" spc="50" dirty="0" err="1">
                <a:solidFill>
                  <a:srgbClr val="0070C0"/>
                </a:solidFill>
              </a:rPr>
              <a:t>u</a:t>
            </a:r>
            <a:r>
              <a:rPr lang="en-US" altLang="en-US" sz="2600" b="1" spc="50" dirty="0" err="1">
                <a:solidFill>
                  <a:srgbClr val="0070C0"/>
                </a:solidFill>
              </a:rPr>
              <a:t>q</a:t>
            </a:r>
            <a:r>
              <a:rPr lang="en-US" altLang="en-US" sz="2600" b="1" spc="50" baseline="-25000" dirty="0" err="1">
                <a:solidFill>
                  <a:srgbClr val="0070C0"/>
                </a:solidFill>
              </a:rPr>
              <a:t>A</a:t>
            </a:r>
            <a:r>
              <a:rPr lang="en-US" altLang="en-US" sz="2600" i="1" spc="50" dirty="0" err="1">
                <a:solidFill>
                  <a:srgbClr val="0070C0"/>
                </a:solidFill>
              </a:rPr>
              <a:t>v</a:t>
            </a:r>
            <a:r>
              <a:rPr lang="en-US" altLang="en-US" sz="2600" dirty="0">
                <a:solidFill>
                  <a:srgbClr val="0070C0"/>
                </a:solidFill>
              </a:rPr>
              <a:t>”</a:t>
            </a:r>
          </a:p>
          <a:p>
            <a:pPr>
              <a:spcAft>
                <a:spcPts val="1800"/>
              </a:spcAft>
              <a:buClrTx/>
            </a:pPr>
            <a:r>
              <a:rPr lang="en-US" altLang="en-US" sz="2800" dirty="0"/>
              <a:t> The language that consists of all inputs that are accepted by M is denoted by L(M).</a:t>
            </a:r>
          </a:p>
          <a:p>
            <a:pPr>
              <a:spcAft>
                <a:spcPts val="1800"/>
              </a:spcAft>
              <a:buClrTx/>
            </a:pPr>
            <a:endParaRPr lang="en-US" dirty="0"/>
          </a:p>
        </p:txBody>
      </p:sp>
    </p:spTree>
    <p:extLst>
      <p:ext uri="{BB962C8B-B14F-4D97-AF65-F5344CB8AC3E}">
        <p14:creationId xmlns:p14="http://schemas.microsoft.com/office/powerpoint/2010/main" val="2027578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C761FD5-5D77-40D5-8319-00668A8B98BF}"/>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92F3BEA0-4B8F-48C3-A5E9-D942695CAC12}"/>
              </a:ext>
            </a:extLst>
          </p:cNvPr>
          <p:cNvSpPr>
            <a:spLocks noGrp="1"/>
          </p:cNvSpPr>
          <p:nvPr>
            <p:ph type="body" sz="quarter" idx="12"/>
          </p:nvPr>
        </p:nvSpPr>
        <p:spPr/>
        <p:txBody>
          <a:bodyPr/>
          <a:lstStyle/>
          <a:p>
            <a:r>
              <a:rPr lang="en-US" dirty="0">
                <a:solidFill>
                  <a:srgbClr val="FF0000"/>
                </a:solidFill>
              </a:rPr>
              <a:t>Configuration for </a:t>
            </a:r>
            <a:r>
              <a:rPr lang="en-US" altLang="en-US" dirty="0">
                <a:solidFill>
                  <a:srgbClr val="FF0000"/>
                </a:solidFill>
                <a:latin typeface="Cambria Math" panose="02040503050406030204" pitchFamily="18" charset="0"/>
                <a:ea typeface="Cambria Math" panose="02040503050406030204" pitchFamily="18" charset="0"/>
              </a:rPr>
              <a:t>A = { 0</a:t>
            </a:r>
            <a:r>
              <a:rPr lang="en-US" altLang="en-US" baseline="30000" dirty="0">
                <a:solidFill>
                  <a:srgbClr val="FF0000"/>
                </a:solidFill>
                <a:latin typeface="Cambria Math" panose="02040503050406030204" pitchFamily="18" charset="0"/>
                <a:ea typeface="Cambria Math" panose="02040503050406030204" pitchFamily="18" charset="0"/>
              </a:rPr>
              <a:t>j</a:t>
            </a:r>
            <a:r>
              <a:rPr lang="en-US" altLang="en-US" dirty="0">
                <a:solidFill>
                  <a:srgbClr val="FF0000"/>
                </a:solidFill>
                <a:latin typeface="Cambria Math" panose="02040503050406030204" pitchFamily="18" charset="0"/>
                <a:ea typeface="Cambria Math" panose="02040503050406030204" pitchFamily="18" charset="0"/>
              </a:rPr>
              <a:t> | j=2</a:t>
            </a:r>
            <a:r>
              <a:rPr lang="en-US" altLang="en-US" baseline="30000" dirty="0">
                <a:solidFill>
                  <a:srgbClr val="FF0000"/>
                </a:solidFill>
                <a:latin typeface="Cambria Math" panose="02040503050406030204" pitchFamily="18" charset="0"/>
                <a:ea typeface="Cambria Math" panose="02040503050406030204" pitchFamily="18" charset="0"/>
              </a:rPr>
              <a:t>n</a:t>
            </a:r>
            <a:r>
              <a:rPr lang="en-US" altLang="en-US" dirty="0">
                <a:solidFill>
                  <a:srgbClr val="FF0000"/>
                </a:solidFill>
                <a:latin typeface="Cambria Math" panose="02040503050406030204" pitchFamily="18" charset="0"/>
                <a:ea typeface="Cambria Math" panose="02040503050406030204" pitchFamily="18" charset="0"/>
              </a:rPr>
              <a:t> }</a:t>
            </a:r>
            <a:r>
              <a:rPr lang="en-US" dirty="0">
                <a:solidFill>
                  <a:srgbClr val="FF0000"/>
                </a:solidFill>
              </a:rPr>
              <a:t> </a:t>
            </a:r>
            <a:endParaRPr lang="en-US" baseline="50000" dirty="0">
              <a:solidFill>
                <a:srgbClr val="FF0000"/>
              </a:solidFill>
              <a:latin typeface="Arial Narrow" panose="020B0606020202030204" pitchFamily="34" charset="0"/>
            </a:endParaRPr>
          </a:p>
        </p:txBody>
      </p:sp>
      <p:sp>
        <p:nvSpPr>
          <p:cNvPr id="4" name="Oval 3">
            <a:extLst>
              <a:ext uri="{FF2B5EF4-FFF2-40B4-BE49-F238E27FC236}">
                <a16:creationId xmlns:a16="http://schemas.microsoft.com/office/drawing/2014/main" id="{E2E2C774-CF0F-44C4-8E5C-55D105BA3EC8}"/>
              </a:ext>
            </a:extLst>
          </p:cNvPr>
          <p:cNvSpPr/>
          <p:nvPr/>
        </p:nvSpPr>
        <p:spPr>
          <a:xfrm>
            <a:off x="5486400" y="2749354"/>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Arial Narrow" panose="020B0606020202030204" pitchFamily="34" charset="0"/>
              </a:rPr>
              <a:t>q</a:t>
            </a:r>
            <a:r>
              <a:rPr lang="en-US" b="1" baseline="-25000" dirty="0" err="1">
                <a:latin typeface="Arial Narrow" panose="020B0606020202030204" pitchFamily="34" charset="0"/>
              </a:rPr>
              <a:t>A</a:t>
            </a:r>
            <a:endParaRPr lang="en-US" b="1" baseline="-25000" dirty="0">
              <a:latin typeface="Arial Narrow" panose="020B0606020202030204" pitchFamily="34" charset="0"/>
            </a:endParaRPr>
          </a:p>
        </p:txBody>
      </p:sp>
      <p:sp>
        <p:nvSpPr>
          <p:cNvPr id="5" name="Oval 4">
            <a:extLst>
              <a:ext uri="{FF2B5EF4-FFF2-40B4-BE49-F238E27FC236}">
                <a16:creationId xmlns:a16="http://schemas.microsoft.com/office/drawing/2014/main" id="{1F834E2D-FF4C-41CA-A0B6-6AF320720D64}"/>
              </a:ext>
            </a:extLst>
          </p:cNvPr>
          <p:cNvSpPr/>
          <p:nvPr/>
        </p:nvSpPr>
        <p:spPr>
          <a:xfrm>
            <a:off x="7376160" y="2749354"/>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4</a:t>
            </a:r>
          </a:p>
        </p:txBody>
      </p:sp>
      <p:sp>
        <p:nvSpPr>
          <p:cNvPr id="6" name="Oval 5">
            <a:extLst>
              <a:ext uri="{FF2B5EF4-FFF2-40B4-BE49-F238E27FC236}">
                <a16:creationId xmlns:a16="http://schemas.microsoft.com/office/drawing/2014/main" id="{A31A4AB9-47B9-4416-BCEC-DC6878A3422C}"/>
              </a:ext>
            </a:extLst>
          </p:cNvPr>
          <p:cNvSpPr/>
          <p:nvPr/>
        </p:nvSpPr>
        <p:spPr>
          <a:xfrm>
            <a:off x="5486400" y="4110085"/>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1</a:t>
            </a:r>
          </a:p>
        </p:txBody>
      </p:sp>
      <p:sp>
        <p:nvSpPr>
          <p:cNvPr id="7" name="Oval 6">
            <a:extLst>
              <a:ext uri="{FF2B5EF4-FFF2-40B4-BE49-F238E27FC236}">
                <a16:creationId xmlns:a16="http://schemas.microsoft.com/office/drawing/2014/main" id="{725378D2-5D23-415E-BF06-ECEB1E6493D9}"/>
              </a:ext>
            </a:extLst>
          </p:cNvPr>
          <p:cNvSpPr/>
          <p:nvPr/>
        </p:nvSpPr>
        <p:spPr>
          <a:xfrm>
            <a:off x="7376160" y="5470816"/>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3</a:t>
            </a:r>
          </a:p>
        </p:txBody>
      </p:sp>
      <p:sp>
        <p:nvSpPr>
          <p:cNvPr id="8" name="Oval 7">
            <a:extLst>
              <a:ext uri="{FF2B5EF4-FFF2-40B4-BE49-F238E27FC236}">
                <a16:creationId xmlns:a16="http://schemas.microsoft.com/office/drawing/2014/main" id="{046E0741-C1D7-4E82-8582-AC39471CD1F7}"/>
              </a:ext>
            </a:extLst>
          </p:cNvPr>
          <p:cNvSpPr/>
          <p:nvPr/>
        </p:nvSpPr>
        <p:spPr>
          <a:xfrm>
            <a:off x="7376160" y="4110085"/>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2</a:t>
            </a:r>
          </a:p>
        </p:txBody>
      </p:sp>
      <p:sp>
        <p:nvSpPr>
          <p:cNvPr id="9" name="Oval 8">
            <a:extLst>
              <a:ext uri="{FF2B5EF4-FFF2-40B4-BE49-F238E27FC236}">
                <a16:creationId xmlns:a16="http://schemas.microsoft.com/office/drawing/2014/main" id="{40C10580-E238-4569-833D-BC6EB368394B}"/>
              </a:ext>
            </a:extLst>
          </p:cNvPr>
          <p:cNvSpPr/>
          <p:nvPr/>
        </p:nvSpPr>
        <p:spPr>
          <a:xfrm>
            <a:off x="3596640" y="5470816"/>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Arial Narrow" panose="020B0606020202030204" pitchFamily="34" charset="0"/>
              </a:rPr>
              <a:t>q</a:t>
            </a:r>
            <a:r>
              <a:rPr lang="en-US" b="1" baseline="-25000" dirty="0" err="1">
                <a:latin typeface="Arial Narrow" panose="020B0606020202030204" pitchFamily="34" charset="0"/>
              </a:rPr>
              <a:t>R</a:t>
            </a:r>
            <a:endParaRPr lang="en-US" b="1" baseline="-25000" dirty="0">
              <a:latin typeface="Arial Narrow" panose="020B0606020202030204" pitchFamily="34" charset="0"/>
            </a:endParaRPr>
          </a:p>
        </p:txBody>
      </p:sp>
      <p:sp>
        <p:nvSpPr>
          <p:cNvPr id="10" name="Oval 9">
            <a:extLst>
              <a:ext uri="{FF2B5EF4-FFF2-40B4-BE49-F238E27FC236}">
                <a16:creationId xmlns:a16="http://schemas.microsoft.com/office/drawing/2014/main" id="{2696CA53-2CF9-4956-BA56-036D5EB605C2}"/>
              </a:ext>
            </a:extLst>
          </p:cNvPr>
          <p:cNvSpPr/>
          <p:nvPr/>
        </p:nvSpPr>
        <p:spPr>
          <a:xfrm>
            <a:off x="3596640" y="4114628"/>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0</a:t>
            </a:r>
          </a:p>
        </p:txBody>
      </p:sp>
      <p:cxnSp>
        <p:nvCxnSpPr>
          <p:cNvPr id="11" name="Straight Arrow Connector 10">
            <a:extLst>
              <a:ext uri="{FF2B5EF4-FFF2-40B4-BE49-F238E27FC236}">
                <a16:creationId xmlns:a16="http://schemas.microsoft.com/office/drawing/2014/main" id="{F638212D-75C7-44FD-A3D1-E63955C704B7}"/>
              </a:ext>
            </a:extLst>
          </p:cNvPr>
          <p:cNvCxnSpPr>
            <a:cxnSpLocks/>
            <a:endCxn id="10" idx="0"/>
          </p:cNvCxnSpPr>
          <p:nvPr/>
        </p:nvCxnSpPr>
        <p:spPr>
          <a:xfrm>
            <a:off x="3847719" y="3429000"/>
            <a:ext cx="23241" cy="6856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82630F6-91DD-4B89-B014-706A531D2B54}"/>
              </a:ext>
            </a:extLst>
          </p:cNvPr>
          <p:cNvCxnSpPr>
            <a:stCxn id="10" idx="6"/>
            <a:endCxn id="6" idx="2"/>
          </p:cNvCxnSpPr>
          <p:nvPr/>
        </p:nvCxnSpPr>
        <p:spPr>
          <a:xfrm flipV="1">
            <a:off x="4145280" y="4384405"/>
            <a:ext cx="1341120" cy="454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41E24812-CEF5-428C-9956-6BE2B13AA0EC}"/>
              </a:ext>
            </a:extLst>
          </p:cNvPr>
          <p:cNvCxnSpPr>
            <a:stCxn id="6" idx="6"/>
            <a:endCxn id="8" idx="2"/>
          </p:cNvCxnSpPr>
          <p:nvPr/>
        </p:nvCxnSpPr>
        <p:spPr>
          <a:xfrm>
            <a:off x="6035040" y="4384405"/>
            <a:ext cx="1341120"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2BFC7E3-806B-4A4C-B5AD-1112DBFB6E78}"/>
              </a:ext>
            </a:extLst>
          </p:cNvPr>
          <p:cNvCxnSpPr>
            <a:stCxn id="8" idx="0"/>
            <a:endCxn id="5" idx="4"/>
          </p:cNvCxnSpPr>
          <p:nvPr/>
        </p:nvCxnSpPr>
        <p:spPr>
          <a:xfrm flipV="1">
            <a:off x="7650480" y="3297994"/>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D7EE6ACF-2E81-4455-BCD9-DCFB771A94B5}"/>
              </a:ext>
            </a:extLst>
          </p:cNvPr>
          <p:cNvCxnSpPr>
            <a:stCxn id="6" idx="0"/>
            <a:endCxn id="4" idx="4"/>
          </p:cNvCxnSpPr>
          <p:nvPr/>
        </p:nvCxnSpPr>
        <p:spPr>
          <a:xfrm flipV="1">
            <a:off x="5760720" y="3297994"/>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D8CA3F80-7E1C-4903-A165-21DEACF3E4B5}"/>
              </a:ext>
            </a:extLst>
          </p:cNvPr>
          <p:cNvCxnSpPr>
            <a:stCxn id="5" idx="3"/>
            <a:endCxn id="6" idx="7"/>
          </p:cNvCxnSpPr>
          <p:nvPr/>
        </p:nvCxnSpPr>
        <p:spPr>
          <a:xfrm flipH="1">
            <a:off x="5954694" y="3217648"/>
            <a:ext cx="1501812" cy="97278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D468032-F5C7-452B-918A-9A9A8ADCBCB8}"/>
              </a:ext>
            </a:extLst>
          </p:cNvPr>
          <p:cNvCxnSpPr>
            <a:stCxn id="10" idx="4"/>
            <a:endCxn id="9" idx="0"/>
          </p:cNvCxnSpPr>
          <p:nvPr/>
        </p:nvCxnSpPr>
        <p:spPr>
          <a:xfrm>
            <a:off x="3870960" y="4663268"/>
            <a:ext cx="0" cy="80754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5B84AFC0-6A71-486E-BE57-08E42F98C8D2}"/>
              </a:ext>
            </a:extLst>
          </p:cNvPr>
          <p:cNvCxnSpPr>
            <a:stCxn id="7" idx="2"/>
            <a:endCxn id="9" idx="6"/>
          </p:cNvCxnSpPr>
          <p:nvPr/>
        </p:nvCxnSpPr>
        <p:spPr>
          <a:xfrm flipH="1">
            <a:off x="4145280" y="5745136"/>
            <a:ext cx="3230880"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Connector: Curved 18">
            <a:extLst>
              <a:ext uri="{FF2B5EF4-FFF2-40B4-BE49-F238E27FC236}">
                <a16:creationId xmlns:a16="http://schemas.microsoft.com/office/drawing/2014/main" id="{66A2340D-3B1C-4342-8F05-A47CC2F18A2D}"/>
              </a:ext>
            </a:extLst>
          </p:cNvPr>
          <p:cNvCxnSpPr>
            <a:cxnSpLocks/>
            <a:stCxn id="8" idx="7"/>
            <a:endCxn id="8" idx="5"/>
          </p:cNvCxnSpPr>
          <p:nvPr/>
        </p:nvCxnSpPr>
        <p:spPr>
          <a:xfrm rot="16200000" flipH="1">
            <a:off x="7650480" y="4384405"/>
            <a:ext cx="387948" cy="12700"/>
          </a:xfrm>
          <a:prstGeom prst="curvedConnector5">
            <a:avLst>
              <a:gd name="adj1" fmla="val -7856"/>
              <a:gd name="adj2" fmla="val 2727354"/>
              <a:gd name="adj3" fmla="val 111785"/>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84F00D01-CD34-4FC6-9F97-CF139AEDE3DF}"/>
              </a:ext>
            </a:extLst>
          </p:cNvPr>
          <p:cNvCxnSpPr>
            <a:cxnSpLocks/>
            <a:stCxn id="7" idx="7"/>
            <a:endCxn id="7" idx="5"/>
          </p:cNvCxnSpPr>
          <p:nvPr/>
        </p:nvCxnSpPr>
        <p:spPr>
          <a:xfrm rot="16200000" flipH="1">
            <a:off x="7650480" y="5745136"/>
            <a:ext cx="387948" cy="12700"/>
          </a:xfrm>
          <a:prstGeom prst="curvedConnector5">
            <a:avLst>
              <a:gd name="adj1" fmla="val -11785"/>
              <a:gd name="adj2" fmla="val 2847354"/>
              <a:gd name="adj3" fmla="val 107856"/>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1" name="Connector: Curved 20">
            <a:extLst>
              <a:ext uri="{FF2B5EF4-FFF2-40B4-BE49-F238E27FC236}">
                <a16:creationId xmlns:a16="http://schemas.microsoft.com/office/drawing/2014/main" id="{A681D183-5F61-4C98-983D-563A7DA10E83}"/>
              </a:ext>
            </a:extLst>
          </p:cNvPr>
          <p:cNvCxnSpPr>
            <a:cxnSpLocks/>
            <a:stCxn id="5" idx="5"/>
            <a:endCxn id="5" idx="7"/>
          </p:cNvCxnSpPr>
          <p:nvPr/>
        </p:nvCxnSpPr>
        <p:spPr>
          <a:xfrm rot="5400000" flipH="1">
            <a:off x="7650480" y="3023674"/>
            <a:ext cx="387948" cy="12700"/>
          </a:xfrm>
          <a:prstGeom prst="curvedConnector5">
            <a:avLst>
              <a:gd name="adj1" fmla="val -7856"/>
              <a:gd name="adj2" fmla="val -2367354"/>
              <a:gd name="adj3" fmla="val 111785"/>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nector: Curved 21">
            <a:extLst>
              <a:ext uri="{FF2B5EF4-FFF2-40B4-BE49-F238E27FC236}">
                <a16:creationId xmlns:a16="http://schemas.microsoft.com/office/drawing/2014/main" id="{EC003E0A-56A9-41F4-B3B6-A17485C64EBE}"/>
              </a:ext>
            </a:extLst>
          </p:cNvPr>
          <p:cNvCxnSpPr>
            <a:cxnSpLocks/>
            <a:stCxn id="6" idx="3"/>
            <a:endCxn id="6" idx="5"/>
          </p:cNvCxnSpPr>
          <p:nvPr/>
        </p:nvCxnSpPr>
        <p:spPr>
          <a:xfrm rot="16200000" flipH="1">
            <a:off x="5760720" y="4384405"/>
            <a:ext cx="12700" cy="387948"/>
          </a:xfrm>
          <a:prstGeom prst="curvedConnector3">
            <a:avLst>
              <a:gd name="adj1" fmla="val 2672646"/>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9ED53429-DF73-4780-B4C5-48A8D0E90ED3}"/>
              </a:ext>
            </a:extLst>
          </p:cNvPr>
          <p:cNvCxnSpPr>
            <a:stCxn id="8" idx="4"/>
            <a:endCxn id="7" idx="0"/>
          </p:cNvCxnSpPr>
          <p:nvPr/>
        </p:nvCxnSpPr>
        <p:spPr>
          <a:xfrm>
            <a:off x="7650480" y="4658725"/>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4582F5F2-A55A-4733-A875-062B9E78CB89}"/>
              </a:ext>
            </a:extLst>
          </p:cNvPr>
          <p:cNvCxnSpPr>
            <a:stCxn id="7" idx="1"/>
            <a:endCxn id="8" idx="3"/>
          </p:cNvCxnSpPr>
          <p:nvPr/>
        </p:nvCxnSpPr>
        <p:spPr>
          <a:xfrm flipV="1">
            <a:off x="7456506" y="4578379"/>
            <a:ext cx="0" cy="97278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CF9FEA6E-C758-4DB9-ADE5-415BEB1B9F69}"/>
              </a:ext>
            </a:extLst>
          </p:cNvPr>
          <p:cNvSpPr/>
          <p:nvPr/>
        </p:nvSpPr>
        <p:spPr>
          <a:xfrm rot="19648296">
            <a:off x="6014093" y="3355614"/>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26" name="Rectangle 25">
            <a:extLst>
              <a:ext uri="{FF2B5EF4-FFF2-40B4-BE49-F238E27FC236}">
                <a16:creationId xmlns:a16="http://schemas.microsoft.com/office/drawing/2014/main" id="{FD86B8D8-4423-48CD-A9C0-3F183538EBCE}"/>
              </a:ext>
            </a:extLst>
          </p:cNvPr>
          <p:cNvSpPr/>
          <p:nvPr/>
        </p:nvSpPr>
        <p:spPr>
          <a:xfrm>
            <a:off x="7376160" y="3489758"/>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L</a:t>
            </a:r>
            <a:endParaRPr lang="en-US" b="1" dirty="0">
              <a:latin typeface="Arial Narrow" panose="020B0606020202030204" pitchFamily="34" charset="0"/>
            </a:endParaRPr>
          </a:p>
        </p:txBody>
      </p:sp>
      <p:sp>
        <p:nvSpPr>
          <p:cNvPr id="27" name="Rectangle 26">
            <a:extLst>
              <a:ext uri="{FF2B5EF4-FFF2-40B4-BE49-F238E27FC236}">
                <a16:creationId xmlns:a16="http://schemas.microsoft.com/office/drawing/2014/main" id="{8515094B-7F4B-4956-B6A4-16E3986188A1}"/>
              </a:ext>
            </a:extLst>
          </p:cNvPr>
          <p:cNvSpPr/>
          <p:nvPr/>
        </p:nvSpPr>
        <p:spPr>
          <a:xfrm>
            <a:off x="4720595" y="345962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28" name="Rectangle 27">
            <a:extLst>
              <a:ext uri="{FF2B5EF4-FFF2-40B4-BE49-F238E27FC236}">
                <a16:creationId xmlns:a16="http://schemas.microsoft.com/office/drawing/2014/main" id="{7DEAA3B1-DEB5-4E6F-834A-5EF12F73B559}"/>
              </a:ext>
            </a:extLst>
          </p:cNvPr>
          <p:cNvSpPr/>
          <p:nvPr/>
        </p:nvSpPr>
        <p:spPr>
          <a:xfrm>
            <a:off x="3596640" y="4771831"/>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29" name="Rectangle 28">
            <a:extLst>
              <a:ext uri="{FF2B5EF4-FFF2-40B4-BE49-F238E27FC236}">
                <a16:creationId xmlns:a16="http://schemas.microsoft.com/office/drawing/2014/main" id="{2520CE82-3B34-47FE-BA2F-212029FD754E}"/>
              </a:ext>
            </a:extLst>
          </p:cNvPr>
          <p:cNvSpPr/>
          <p:nvPr/>
        </p:nvSpPr>
        <p:spPr>
          <a:xfrm>
            <a:off x="7285998" y="4968439"/>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0" name="Rectangle 29">
            <a:extLst>
              <a:ext uri="{FF2B5EF4-FFF2-40B4-BE49-F238E27FC236}">
                <a16:creationId xmlns:a16="http://schemas.microsoft.com/office/drawing/2014/main" id="{82C4415D-32E7-4AE1-AF73-0BBB390C14D7}"/>
              </a:ext>
            </a:extLst>
          </p:cNvPr>
          <p:cNvSpPr/>
          <p:nvPr/>
        </p:nvSpPr>
        <p:spPr>
          <a:xfrm>
            <a:off x="6336035" y="4743458"/>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a:t>
            </a: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1" name="Rectangle 30">
            <a:extLst>
              <a:ext uri="{FF2B5EF4-FFF2-40B4-BE49-F238E27FC236}">
                <a16:creationId xmlns:a16="http://schemas.microsoft.com/office/drawing/2014/main" id="{497D3EF4-631B-41C4-A7FF-40F584513187}"/>
              </a:ext>
            </a:extLst>
          </p:cNvPr>
          <p:cNvSpPr/>
          <p:nvPr/>
        </p:nvSpPr>
        <p:spPr>
          <a:xfrm>
            <a:off x="6224768" y="3991072"/>
            <a:ext cx="1059197" cy="33592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a:t>
            </a: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2" name="Rectangle 31">
            <a:extLst>
              <a:ext uri="{FF2B5EF4-FFF2-40B4-BE49-F238E27FC236}">
                <a16:creationId xmlns:a16="http://schemas.microsoft.com/office/drawing/2014/main" id="{C605D89A-A2C1-4A50-93F3-F244092E7C94}"/>
              </a:ext>
            </a:extLst>
          </p:cNvPr>
          <p:cNvSpPr/>
          <p:nvPr/>
        </p:nvSpPr>
        <p:spPr>
          <a:xfrm>
            <a:off x="7933179" y="2499331"/>
            <a:ext cx="1057774"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 0 </a:t>
            </a:r>
            <a:r>
              <a:rPr lang="en-US" b="1" dirty="0">
                <a:latin typeface="Arial Narrow" panose="020B0606020202030204" pitchFamily="34" charset="0"/>
                <a:sym typeface="Wingdings" panose="05000000000000000000" pitchFamily="2" charset="2"/>
              </a:rPr>
              <a:t> L</a:t>
            </a:r>
            <a:endParaRPr lang="en-US" b="1" dirty="0">
              <a:latin typeface="Arial Narrow" panose="020B0606020202030204" pitchFamily="34" charset="0"/>
            </a:endParaRPr>
          </a:p>
        </p:txBody>
      </p:sp>
      <p:sp>
        <p:nvSpPr>
          <p:cNvPr id="33" name="Rectangle 32">
            <a:extLst>
              <a:ext uri="{FF2B5EF4-FFF2-40B4-BE49-F238E27FC236}">
                <a16:creationId xmlns:a16="http://schemas.microsoft.com/office/drawing/2014/main" id="{678B67BE-190D-4D14-ABAC-B4A0AF0B4237}"/>
              </a:ext>
            </a:extLst>
          </p:cNvPr>
          <p:cNvSpPr/>
          <p:nvPr/>
        </p:nvSpPr>
        <p:spPr>
          <a:xfrm>
            <a:off x="8170934" y="4176106"/>
            <a:ext cx="827272"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4" name="Rectangle 33">
            <a:extLst>
              <a:ext uri="{FF2B5EF4-FFF2-40B4-BE49-F238E27FC236}">
                <a16:creationId xmlns:a16="http://schemas.microsoft.com/office/drawing/2014/main" id="{BBF1C963-0307-48F8-8E69-817D3B28F5AE}"/>
              </a:ext>
            </a:extLst>
          </p:cNvPr>
          <p:cNvSpPr/>
          <p:nvPr/>
        </p:nvSpPr>
        <p:spPr>
          <a:xfrm>
            <a:off x="8170934" y="5490361"/>
            <a:ext cx="820019" cy="38794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35" name="Rectangle 34">
            <a:extLst>
              <a:ext uri="{FF2B5EF4-FFF2-40B4-BE49-F238E27FC236}">
                <a16:creationId xmlns:a16="http://schemas.microsoft.com/office/drawing/2014/main" id="{3B31FB03-5E80-4774-BBB7-C517A651A781}"/>
              </a:ext>
            </a:extLst>
          </p:cNvPr>
          <p:cNvSpPr/>
          <p:nvPr/>
        </p:nvSpPr>
        <p:spPr>
          <a:xfrm>
            <a:off x="5128431" y="4831054"/>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36" name="Rectangle 35">
            <a:extLst>
              <a:ext uri="{FF2B5EF4-FFF2-40B4-BE49-F238E27FC236}">
                <a16:creationId xmlns:a16="http://schemas.microsoft.com/office/drawing/2014/main" id="{089F5D7E-13A3-4435-AFB9-6C6362955730}"/>
              </a:ext>
            </a:extLst>
          </p:cNvPr>
          <p:cNvSpPr/>
          <p:nvPr/>
        </p:nvSpPr>
        <p:spPr>
          <a:xfrm>
            <a:off x="4093853" y="402099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 </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37" name="Rectangle 36">
            <a:extLst>
              <a:ext uri="{FF2B5EF4-FFF2-40B4-BE49-F238E27FC236}">
                <a16:creationId xmlns:a16="http://schemas.microsoft.com/office/drawing/2014/main" id="{A408B8CC-FB1D-438D-B0F4-4FF18385C402}"/>
              </a:ext>
            </a:extLst>
          </p:cNvPr>
          <p:cNvSpPr/>
          <p:nvPr/>
        </p:nvSpPr>
        <p:spPr>
          <a:xfrm>
            <a:off x="4915873" y="570005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graphicFrame>
        <p:nvGraphicFramePr>
          <p:cNvPr id="38" name="Table 38">
            <a:extLst>
              <a:ext uri="{FF2B5EF4-FFF2-40B4-BE49-F238E27FC236}">
                <a16:creationId xmlns:a16="http://schemas.microsoft.com/office/drawing/2014/main" id="{BA9BFBD6-BA25-40F6-B321-5D6F9B295E05}"/>
              </a:ext>
            </a:extLst>
          </p:cNvPr>
          <p:cNvGraphicFramePr>
            <a:graphicFrameLocks noGrp="1"/>
          </p:cNvGraphicFramePr>
          <p:nvPr>
            <p:extLst>
              <p:ext uri="{D42A27DB-BD31-4B8C-83A1-F6EECF244321}">
                <p14:modId xmlns:p14="http://schemas.microsoft.com/office/powerpoint/2010/main" val="3402816647"/>
              </p:ext>
            </p:extLst>
          </p:nvPr>
        </p:nvGraphicFramePr>
        <p:xfrm>
          <a:off x="27432" y="88113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2" name="Table 38">
            <a:extLst>
              <a:ext uri="{FF2B5EF4-FFF2-40B4-BE49-F238E27FC236}">
                <a16:creationId xmlns:a16="http://schemas.microsoft.com/office/drawing/2014/main" id="{8F7BD17E-7721-424D-9A9B-B760FC0039B1}"/>
              </a:ext>
            </a:extLst>
          </p:cNvPr>
          <p:cNvGraphicFramePr>
            <a:graphicFrameLocks noGrp="1"/>
          </p:cNvGraphicFramePr>
          <p:nvPr>
            <p:extLst>
              <p:ext uri="{D42A27DB-BD31-4B8C-83A1-F6EECF244321}">
                <p14:modId xmlns:p14="http://schemas.microsoft.com/office/powerpoint/2010/main" val="1866987598"/>
              </p:ext>
            </p:extLst>
          </p:nvPr>
        </p:nvGraphicFramePr>
        <p:xfrm>
          <a:off x="27432" y="1324914"/>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4" name="Table 38">
            <a:extLst>
              <a:ext uri="{FF2B5EF4-FFF2-40B4-BE49-F238E27FC236}">
                <a16:creationId xmlns:a16="http://schemas.microsoft.com/office/drawing/2014/main" id="{EB35334A-3606-4D32-BB1F-F5AEFEE03DE9}"/>
              </a:ext>
            </a:extLst>
          </p:cNvPr>
          <p:cNvGraphicFramePr>
            <a:graphicFrameLocks noGrp="1"/>
          </p:cNvGraphicFramePr>
          <p:nvPr>
            <p:extLst>
              <p:ext uri="{D42A27DB-BD31-4B8C-83A1-F6EECF244321}">
                <p14:modId xmlns:p14="http://schemas.microsoft.com/office/powerpoint/2010/main" val="3304508263"/>
              </p:ext>
            </p:extLst>
          </p:nvPr>
        </p:nvGraphicFramePr>
        <p:xfrm>
          <a:off x="27432" y="1785207"/>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6" name="Table 38">
            <a:extLst>
              <a:ext uri="{FF2B5EF4-FFF2-40B4-BE49-F238E27FC236}">
                <a16:creationId xmlns:a16="http://schemas.microsoft.com/office/drawing/2014/main" id="{E8A2F067-C46F-4FAF-B422-461FFD09A41E}"/>
              </a:ext>
            </a:extLst>
          </p:cNvPr>
          <p:cNvGraphicFramePr>
            <a:graphicFrameLocks noGrp="1"/>
          </p:cNvGraphicFramePr>
          <p:nvPr>
            <p:extLst>
              <p:ext uri="{D42A27DB-BD31-4B8C-83A1-F6EECF244321}">
                <p14:modId xmlns:p14="http://schemas.microsoft.com/office/powerpoint/2010/main" val="2568048235"/>
              </p:ext>
            </p:extLst>
          </p:nvPr>
        </p:nvGraphicFramePr>
        <p:xfrm>
          <a:off x="27432" y="2228983"/>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3</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8" name="Table 38">
            <a:extLst>
              <a:ext uri="{FF2B5EF4-FFF2-40B4-BE49-F238E27FC236}">
                <a16:creationId xmlns:a16="http://schemas.microsoft.com/office/drawing/2014/main" id="{DE2CB9CF-AA32-4CC5-A687-16C3B0B36507}"/>
              </a:ext>
            </a:extLst>
          </p:cNvPr>
          <p:cNvGraphicFramePr>
            <a:graphicFrameLocks noGrp="1"/>
          </p:cNvGraphicFramePr>
          <p:nvPr>
            <p:extLst>
              <p:ext uri="{D42A27DB-BD31-4B8C-83A1-F6EECF244321}">
                <p14:modId xmlns:p14="http://schemas.microsoft.com/office/powerpoint/2010/main" val="3634958538"/>
              </p:ext>
            </p:extLst>
          </p:nvPr>
        </p:nvGraphicFramePr>
        <p:xfrm>
          <a:off x="27432" y="2685645"/>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50" name="Table 38">
            <a:extLst>
              <a:ext uri="{FF2B5EF4-FFF2-40B4-BE49-F238E27FC236}">
                <a16:creationId xmlns:a16="http://schemas.microsoft.com/office/drawing/2014/main" id="{32F31D03-1A81-4469-A6A5-5C1244DC3077}"/>
              </a:ext>
            </a:extLst>
          </p:cNvPr>
          <p:cNvGraphicFramePr>
            <a:graphicFrameLocks noGrp="1"/>
          </p:cNvGraphicFramePr>
          <p:nvPr>
            <p:extLst>
              <p:ext uri="{D42A27DB-BD31-4B8C-83A1-F6EECF244321}">
                <p14:modId xmlns:p14="http://schemas.microsoft.com/office/powerpoint/2010/main" val="1923046837"/>
              </p:ext>
            </p:extLst>
          </p:nvPr>
        </p:nvGraphicFramePr>
        <p:xfrm>
          <a:off x="27432" y="3142307"/>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3</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52" name="Table 38">
            <a:extLst>
              <a:ext uri="{FF2B5EF4-FFF2-40B4-BE49-F238E27FC236}">
                <a16:creationId xmlns:a16="http://schemas.microsoft.com/office/drawing/2014/main" id="{CDE39496-6311-489C-BBDF-9AC80F0A57C9}"/>
              </a:ext>
            </a:extLst>
          </p:cNvPr>
          <p:cNvGraphicFramePr>
            <a:graphicFrameLocks noGrp="1"/>
          </p:cNvGraphicFramePr>
          <p:nvPr>
            <p:extLst>
              <p:ext uri="{D42A27DB-BD31-4B8C-83A1-F6EECF244321}">
                <p14:modId xmlns:p14="http://schemas.microsoft.com/office/powerpoint/2010/main" val="4205097935"/>
              </p:ext>
            </p:extLst>
          </p:nvPr>
        </p:nvGraphicFramePr>
        <p:xfrm>
          <a:off x="27432" y="359933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54" name="Table 38">
            <a:extLst>
              <a:ext uri="{FF2B5EF4-FFF2-40B4-BE49-F238E27FC236}">
                <a16:creationId xmlns:a16="http://schemas.microsoft.com/office/drawing/2014/main" id="{3B9CA776-76A0-43E9-8D82-BB7EC39FAABE}"/>
              </a:ext>
            </a:extLst>
          </p:cNvPr>
          <p:cNvGraphicFramePr>
            <a:graphicFrameLocks noGrp="1"/>
          </p:cNvGraphicFramePr>
          <p:nvPr>
            <p:extLst>
              <p:ext uri="{D42A27DB-BD31-4B8C-83A1-F6EECF244321}">
                <p14:modId xmlns:p14="http://schemas.microsoft.com/office/powerpoint/2010/main" val="467427563"/>
              </p:ext>
            </p:extLst>
          </p:nvPr>
        </p:nvGraphicFramePr>
        <p:xfrm>
          <a:off x="27432" y="4073013"/>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3</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56" name="Table 38">
            <a:extLst>
              <a:ext uri="{FF2B5EF4-FFF2-40B4-BE49-F238E27FC236}">
                <a16:creationId xmlns:a16="http://schemas.microsoft.com/office/drawing/2014/main" id="{5D3234FC-617D-449C-AEF3-686561432B7C}"/>
              </a:ext>
            </a:extLst>
          </p:cNvPr>
          <p:cNvGraphicFramePr>
            <a:graphicFrameLocks noGrp="1"/>
          </p:cNvGraphicFramePr>
          <p:nvPr>
            <p:extLst>
              <p:ext uri="{D42A27DB-BD31-4B8C-83A1-F6EECF244321}">
                <p14:modId xmlns:p14="http://schemas.microsoft.com/office/powerpoint/2010/main" val="1657598704"/>
              </p:ext>
            </p:extLst>
          </p:nvPr>
        </p:nvGraphicFramePr>
        <p:xfrm>
          <a:off x="27432" y="4530595"/>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03556173"/>
                  </a:ext>
                </a:extLst>
              </a:tr>
            </a:tbl>
          </a:graphicData>
        </a:graphic>
      </p:graphicFrame>
      <p:graphicFrame>
        <p:nvGraphicFramePr>
          <p:cNvPr id="62" name="Table 38">
            <a:extLst>
              <a:ext uri="{FF2B5EF4-FFF2-40B4-BE49-F238E27FC236}">
                <a16:creationId xmlns:a16="http://schemas.microsoft.com/office/drawing/2014/main" id="{6C7B5291-3DBF-46B5-AD1A-DDB180EB0F88}"/>
              </a:ext>
            </a:extLst>
          </p:cNvPr>
          <p:cNvGraphicFramePr>
            <a:graphicFrameLocks noGrp="1"/>
          </p:cNvGraphicFramePr>
          <p:nvPr>
            <p:extLst>
              <p:ext uri="{D42A27DB-BD31-4B8C-83A1-F6EECF244321}">
                <p14:modId xmlns:p14="http://schemas.microsoft.com/office/powerpoint/2010/main" val="3476924593"/>
              </p:ext>
            </p:extLst>
          </p:nvPr>
        </p:nvGraphicFramePr>
        <p:xfrm>
          <a:off x="27432" y="4988177"/>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603556173"/>
                  </a:ext>
                </a:extLst>
              </a:tr>
            </a:tbl>
          </a:graphicData>
        </a:graphic>
      </p:graphicFrame>
      <p:sp>
        <p:nvSpPr>
          <p:cNvPr id="49" name="TextBox 48">
            <a:extLst>
              <a:ext uri="{FF2B5EF4-FFF2-40B4-BE49-F238E27FC236}">
                <a16:creationId xmlns:a16="http://schemas.microsoft.com/office/drawing/2014/main" id="{60A03E47-6909-4689-AF9D-3245BD19D8F3}"/>
              </a:ext>
            </a:extLst>
          </p:cNvPr>
          <p:cNvSpPr txBox="1"/>
          <p:nvPr/>
        </p:nvSpPr>
        <p:spPr>
          <a:xfrm>
            <a:off x="4422646" y="935678"/>
            <a:ext cx="3902204" cy="584775"/>
          </a:xfrm>
          <a:prstGeom prst="rect">
            <a:avLst/>
          </a:prstGeom>
          <a:noFill/>
        </p:spPr>
        <p:txBody>
          <a:bodyPr wrap="square">
            <a:spAutoFit/>
          </a:bodyPr>
          <a:lstStyle/>
          <a:p>
            <a:r>
              <a:rPr lang="en-US" sz="3200" b="1" dirty="0"/>
              <a:t>input: </a:t>
            </a:r>
            <a:r>
              <a:rPr lang="en-US" sz="3200" b="1" dirty="0">
                <a:latin typeface="Arial Narrow" panose="020B0606020202030204" pitchFamily="34" charset="0"/>
              </a:rPr>
              <a:t>00000000 (0</a:t>
            </a:r>
            <a:r>
              <a:rPr lang="en-US" sz="3200" b="1" baseline="30000" dirty="0">
                <a:latin typeface="Arial Narrow" panose="020B0606020202030204" pitchFamily="34" charset="0"/>
              </a:rPr>
              <a:t>2</a:t>
            </a:r>
            <a:r>
              <a:rPr lang="en-US" sz="3200" b="1" baseline="50000" dirty="0">
                <a:latin typeface="Arial Narrow" panose="020B0606020202030204" pitchFamily="34" charset="0"/>
              </a:rPr>
              <a:t>3</a:t>
            </a:r>
            <a:r>
              <a:rPr lang="en-US" sz="3200" b="1" dirty="0">
                <a:latin typeface="Arial Narrow" panose="020B0606020202030204" pitchFamily="34" charset="0"/>
              </a:rPr>
              <a:t>)</a:t>
            </a:r>
            <a:endParaRPr lang="en-US" sz="3200" b="1" baseline="50000" dirty="0">
              <a:latin typeface="Arial Narrow" panose="020B0606020202030204" pitchFamily="34" charset="0"/>
            </a:endParaRPr>
          </a:p>
        </p:txBody>
      </p:sp>
    </p:spTree>
    <p:extLst>
      <p:ext uri="{BB962C8B-B14F-4D97-AF65-F5344CB8AC3E}">
        <p14:creationId xmlns:p14="http://schemas.microsoft.com/office/powerpoint/2010/main" val="2820658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mph" presetSubtype="1" nodeType="clickEffect">
                                  <p:stCondLst>
                                    <p:cond delay="0"/>
                                  </p:stCondLst>
                                  <p:childTnLst>
                                    <p:set>
                                      <p:cBhvr>
                                        <p:cTn id="10" dur="indefinite"/>
                                        <p:tgtEl>
                                          <p:spTgt spid="10"/>
                                        </p:tgtEl>
                                        <p:attrNameLst>
                                          <p:attrName>fillcolor</p:attrName>
                                        </p:attrNameLst>
                                      </p:cBhvr>
                                      <p:to>
                                        <p:clrVal>
                                          <a:srgbClr val="00B0F0"/>
                                        </p:clrVal>
                                      </p:to>
                                    </p:set>
                                    <p:set>
                                      <p:cBhvr>
                                        <p:cTn id="11" dur="indefinite"/>
                                        <p:tgtEl>
                                          <p:spTgt spid="10"/>
                                        </p:tgtEl>
                                        <p:attrNameLst>
                                          <p:attrName>fill.type</p:attrName>
                                        </p:attrNameLst>
                                      </p:cBhvr>
                                      <p:to>
                                        <p:strVal val="solid"/>
                                      </p:to>
                                    </p:set>
                                    <p:set>
                                      <p:cBhvr>
                                        <p:cTn id="12" dur="indefinite"/>
                                        <p:tgtEl>
                                          <p:spTgt spid="10"/>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mph" presetSubtype="1" nodeType="clickEffect">
                                  <p:stCondLst>
                                    <p:cond delay="0"/>
                                  </p:stCondLst>
                                  <p:childTnLst>
                                    <p:set>
                                      <p:cBhvr>
                                        <p:cTn id="16" dur="indefinite"/>
                                        <p:tgtEl>
                                          <p:spTgt spid="6"/>
                                        </p:tgtEl>
                                        <p:attrNameLst>
                                          <p:attrName>fillcolor</p:attrName>
                                        </p:attrNameLst>
                                      </p:cBhvr>
                                      <p:to>
                                        <p:clrVal>
                                          <a:srgbClr val="FFFF00"/>
                                        </p:clrVal>
                                      </p:to>
                                    </p:set>
                                    <p:set>
                                      <p:cBhvr>
                                        <p:cTn id="17" dur="indefinite"/>
                                        <p:tgtEl>
                                          <p:spTgt spid="6"/>
                                        </p:tgtEl>
                                        <p:attrNameLst>
                                          <p:attrName>fill.type</p:attrName>
                                        </p:attrNameLst>
                                      </p:cBhvr>
                                      <p:to>
                                        <p:strVal val="solid"/>
                                      </p:to>
                                    </p:set>
                                    <p:set>
                                      <p:cBhvr>
                                        <p:cTn id="18" dur="indefinite"/>
                                        <p:tgtEl>
                                          <p:spTgt spid="6"/>
                                        </p:tgtEl>
                                        <p:attrNameLst>
                                          <p:attrName>fill.on</p:attrName>
                                        </p:attrNameLst>
                                      </p:cBhvr>
                                      <p:to>
                                        <p:strVal val="tru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mph" presetSubtype="1" nodeType="clickEffect">
                                  <p:stCondLst>
                                    <p:cond delay="0"/>
                                  </p:stCondLst>
                                  <p:childTnLst>
                                    <p:set>
                                      <p:cBhvr>
                                        <p:cTn id="26" dur="indefinite"/>
                                        <p:tgtEl>
                                          <p:spTgt spid="6"/>
                                        </p:tgtEl>
                                        <p:attrNameLst>
                                          <p:attrName>fillcolor</p:attrName>
                                        </p:attrNameLst>
                                      </p:cBhvr>
                                      <p:to>
                                        <p:clrVal>
                                          <a:srgbClr val="00B0F0"/>
                                        </p:clrVal>
                                      </p:to>
                                    </p:set>
                                    <p:set>
                                      <p:cBhvr>
                                        <p:cTn id="27" dur="indefinite"/>
                                        <p:tgtEl>
                                          <p:spTgt spid="6"/>
                                        </p:tgtEl>
                                        <p:attrNameLst>
                                          <p:attrName>fill.type</p:attrName>
                                        </p:attrNameLst>
                                      </p:cBhvr>
                                      <p:to>
                                        <p:strVal val="solid"/>
                                      </p:to>
                                    </p:set>
                                    <p:set>
                                      <p:cBhvr>
                                        <p:cTn id="28" dur="indefinite"/>
                                        <p:tgtEl>
                                          <p:spTgt spid="6"/>
                                        </p:tgtEl>
                                        <p:attrNameLst>
                                          <p:attrName>fill.on</p:attrName>
                                        </p:attrNameLst>
                                      </p:cBhvr>
                                      <p:to>
                                        <p:strVal val="true"/>
                                      </p:to>
                                    </p:set>
                                  </p:childTnLst>
                                </p:cTn>
                              </p:par>
                              <p:par>
                                <p:cTn id="29" presetID="1" presetClass="emph" presetSubtype="1" nodeType="withEffect">
                                  <p:stCondLst>
                                    <p:cond delay="0"/>
                                  </p:stCondLst>
                                  <p:childTnLst>
                                    <p:set>
                                      <p:cBhvr>
                                        <p:cTn id="30" dur="indefinite"/>
                                        <p:tgtEl>
                                          <p:spTgt spid="10"/>
                                        </p:tgtEl>
                                        <p:attrNameLst>
                                          <p:attrName>fillcolor</p:attrName>
                                        </p:attrNameLst>
                                      </p:cBhvr>
                                      <p:to>
                                        <p:clrVal>
                                          <a:srgbClr val="FFFFFF"/>
                                        </p:clrVal>
                                      </p:to>
                                    </p:set>
                                    <p:set>
                                      <p:cBhvr>
                                        <p:cTn id="31" dur="indefinite"/>
                                        <p:tgtEl>
                                          <p:spTgt spid="10"/>
                                        </p:tgtEl>
                                        <p:attrNameLst>
                                          <p:attrName>fill.type</p:attrName>
                                        </p:attrNameLst>
                                      </p:cBhvr>
                                      <p:to>
                                        <p:strVal val="solid"/>
                                      </p:to>
                                    </p:set>
                                    <p:set>
                                      <p:cBhvr>
                                        <p:cTn id="32" dur="indefinite"/>
                                        <p:tgtEl>
                                          <p:spTgt spid="10"/>
                                        </p:tgtEl>
                                        <p:attrNameLst>
                                          <p:attrName>fill.on</p:attrName>
                                        </p:attrNameLst>
                                      </p:cBhvr>
                                      <p:to>
                                        <p:strVal val="true"/>
                                      </p:to>
                                    </p:set>
                                  </p:childTnLst>
                                </p:cTn>
                              </p:par>
                            </p:childTnLst>
                          </p:cTn>
                        </p:par>
                      </p:childTnLst>
                    </p:cTn>
                  </p:par>
                  <p:par>
                    <p:cTn id="33" fill="hold">
                      <p:stCondLst>
                        <p:cond delay="indefinite"/>
                      </p:stCondLst>
                      <p:childTnLst>
                        <p:par>
                          <p:cTn id="34" fill="hold">
                            <p:stCondLst>
                              <p:cond delay="0"/>
                            </p:stCondLst>
                            <p:childTnLst>
                              <p:par>
                                <p:cTn id="35" presetID="1" presetClass="emph" presetSubtype="1" nodeType="clickEffect">
                                  <p:stCondLst>
                                    <p:cond delay="0"/>
                                  </p:stCondLst>
                                  <p:childTnLst>
                                    <p:set>
                                      <p:cBhvr>
                                        <p:cTn id="36" dur="indefinite"/>
                                        <p:tgtEl>
                                          <p:spTgt spid="8"/>
                                        </p:tgtEl>
                                        <p:attrNameLst>
                                          <p:attrName>fillcolor</p:attrName>
                                        </p:attrNameLst>
                                      </p:cBhvr>
                                      <p:to>
                                        <p:clrVal>
                                          <a:srgbClr val="FFFF00"/>
                                        </p:clrVal>
                                      </p:to>
                                    </p:set>
                                    <p:set>
                                      <p:cBhvr>
                                        <p:cTn id="37" dur="indefinite"/>
                                        <p:tgtEl>
                                          <p:spTgt spid="8"/>
                                        </p:tgtEl>
                                        <p:attrNameLst>
                                          <p:attrName>fill.type</p:attrName>
                                        </p:attrNameLst>
                                      </p:cBhvr>
                                      <p:to>
                                        <p:strVal val="solid"/>
                                      </p:to>
                                    </p:set>
                                    <p:set>
                                      <p:cBhvr>
                                        <p:cTn id="38" dur="indefinite"/>
                                        <p:tgtEl>
                                          <p:spTgt spid="8"/>
                                        </p:tgtEl>
                                        <p:attrNameLst>
                                          <p:attrName>fill.on</p:attrName>
                                        </p:attrNameLst>
                                      </p:cBhvr>
                                      <p:to>
                                        <p:strVal val="tru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mph" presetSubtype="1" nodeType="clickEffect">
                                  <p:stCondLst>
                                    <p:cond delay="0"/>
                                  </p:stCondLst>
                                  <p:childTnLst>
                                    <p:set>
                                      <p:cBhvr>
                                        <p:cTn id="46" dur="indefinite"/>
                                        <p:tgtEl>
                                          <p:spTgt spid="6"/>
                                        </p:tgtEl>
                                        <p:attrNameLst>
                                          <p:attrName>fillcolor</p:attrName>
                                        </p:attrNameLst>
                                      </p:cBhvr>
                                      <p:to>
                                        <p:clrVal>
                                          <a:srgbClr val="FFFFFF"/>
                                        </p:clrVal>
                                      </p:to>
                                    </p:set>
                                    <p:set>
                                      <p:cBhvr>
                                        <p:cTn id="47" dur="indefinite"/>
                                        <p:tgtEl>
                                          <p:spTgt spid="6"/>
                                        </p:tgtEl>
                                        <p:attrNameLst>
                                          <p:attrName>fill.type</p:attrName>
                                        </p:attrNameLst>
                                      </p:cBhvr>
                                      <p:to>
                                        <p:strVal val="solid"/>
                                      </p:to>
                                    </p:set>
                                    <p:set>
                                      <p:cBhvr>
                                        <p:cTn id="48" dur="indefinite"/>
                                        <p:tgtEl>
                                          <p:spTgt spid="6"/>
                                        </p:tgtEl>
                                        <p:attrNameLst>
                                          <p:attrName>fill.on</p:attrName>
                                        </p:attrNameLst>
                                      </p:cBhvr>
                                      <p:to>
                                        <p:strVal val="true"/>
                                      </p:to>
                                    </p:set>
                                  </p:childTnLst>
                                </p:cTn>
                              </p:par>
                              <p:par>
                                <p:cTn id="49" presetID="1" presetClass="emph" presetSubtype="1" nodeType="withEffect">
                                  <p:stCondLst>
                                    <p:cond delay="0"/>
                                  </p:stCondLst>
                                  <p:childTnLst>
                                    <p:set>
                                      <p:cBhvr>
                                        <p:cTn id="50" dur="indefinite"/>
                                        <p:tgtEl>
                                          <p:spTgt spid="8"/>
                                        </p:tgtEl>
                                        <p:attrNameLst>
                                          <p:attrName>fillcolor</p:attrName>
                                        </p:attrNameLst>
                                      </p:cBhvr>
                                      <p:to>
                                        <p:clrVal>
                                          <a:srgbClr val="00B0F0"/>
                                        </p:clrVal>
                                      </p:to>
                                    </p:set>
                                    <p:set>
                                      <p:cBhvr>
                                        <p:cTn id="51" dur="indefinite"/>
                                        <p:tgtEl>
                                          <p:spTgt spid="8"/>
                                        </p:tgtEl>
                                        <p:attrNameLst>
                                          <p:attrName>fill.type</p:attrName>
                                        </p:attrNameLst>
                                      </p:cBhvr>
                                      <p:to>
                                        <p:strVal val="solid"/>
                                      </p:to>
                                    </p:set>
                                    <p:set>
                                      <p:cBhvr>
                                        <p:cTn id="52" dur="indefinite"/>
                                        <p:tgtEl>
                                          <p:spTgt spid="8"/>
                                        </p:tgtEl>
                                        <p:attrNameLst>
                                          <p:attrName>fill.on</p:attrName>
                                        </p:attrNameLst>
                                      </p:cBhvr>
                                      <p:to>
                                        <p:strVal val="true"/>
                                      </p:to>
                                    </p:set>
                                  </p:childTnLst>
                                </p:cTn>
                              </p:par>
                            </p:childTnLst>
                          </p:cTn>
                        </p:par>
                      </p:childTnLst>
                    </p:cTn>
                  </p:par>
                  <p:par>
                    <p:cTn id="53" fill="hold">
                      <p:stCondLst>
                        <p:cond delay="indefinite"/>
                      </p:stCondLst>
                      <p:childTnLst>
                        <p:par>
                          <p:cTn id="54" fill="hold">
                            <p:stCondLst>
                              <p:cond delay="0"/>
                            </p:stCondLst>
                            <p:childTnLst>
                              <p:par>
                                <p:cTn id="55" presetID="1" presetClass="emph" presetSubtype="1" nodeType="clickEffect">
                                  <p:stCondLst>
                                    <p:cond delay="0"/>
                                  </p:stCondLst>
                                  <p:childTnLst>
                                    <p:set>
                                      <p:cBhvr>
                                        <p:cTn id="56" dur="indefinite"/>
                                        <p:tgtEl>
                                          <p:spTgt spid="7"/>
                                        </p:tgtEl>
                                        <p:attrNameLst>
                                          <p:attrName>fillcolor</p:attrName>
                                        </p:attrNameLst>
                                      </p:cBhvr>
                                      <p:to>
                                        <p:clrVal>
                                          <a:srgbClr val="FFFF00"/>
                                        </p:clrVal>
                                      </p:to>
                                    </p:set>
                                    <p:set>
                                      <p:cBhvr>
                                        <p:cTn id="57" dur="indefinite"/>
                                        <p:tgtEl>
                                          <p:spTgt spid="7"/>
                                        </p:tgtEl>
                                        <p:attrNameLst>
                                          <p:attrName>fill.type</p:attrName>
                                        </p:attrNameLst>
                                      </p:cBhvr>
                                      <p:to>
                                        <p:strVal val="solid"/>
                                      </p:to>
                                    </p:set>
                                    <p:set>
                                      <p:cBhvr>
                                        <p:cTn id="58" dur="indefinite"/>
                                        <p:tgtEl>
                                          <p:spTgt spid="7"/>
                                        </p:tgtEl>
                                        <p:attrNameLst>
                                          <p:attrName>fill.on</p:attrName>
                                        </p:attrNameLst>
                                      </p:cBhvr>
                                      <p:to>
                                        <p:strVal val="tru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mph" presetSubtype="1" nodeType="clickEffect">
                                  <p:stCondLst>
                                    <p:cond delay="0"/>
                                  </p:stCondLst>
                                  <p:childTnLst>
                                    <p:set>
                                      <p:cBhvr>
                                        <p:cTn id="66" dur="indefinite"/>
                                        <p:tgtEl>
                                          <p:spTgt spid="8"/>
                                        </p:tgtEl>
                                        <p:attrNameLst>
                                          <p:attrName>fillcolor</p:attrName>
                                        </p:attrNameLst>
                                      </p:cBhvr>
                                      <p:to>
                                        <p:clrVal>
                                          <a:srgbClr val="FFFF00"/>
                                        </p:clrVal>
                                      </p:to>
                                    </p:set>
                                    <p:set>
                                      <p:cBhvr>
                                        <p:cTn id="67" dur="indefinite"/>
                                        <p:tgtEl>
                                          <p:spTgt spid="8"/>
                                        </p:tgtEl>
                                        <p:attrNameLst>
                                          <p:attrName>fill.type</p:attrName>
                                        </p:attrNameLst>
                                      </p:cBhvr>
                                      <p:to>
                                        <p:strVal val="solid"/>
                                      </p:to>
                                    </p:set>
                                    <p:set>
                                      <p:cBhvr>
                                        <p:cTn id="68" dur="indefinite"/>
                                        <p:tgtEl>
                                          <p:spTgt spid="8"/>
                                        </p:tgtEl>
                                        <p:attrNameLst>
                                          <p:attrName>fill.on</p:attrName>
                                        </p:attrNameLst>
                                      </p:cBhvr>
                                      <p:to>
                                        <p:strVal val="true"/>
                                      </p:to>
                                    </p:set>
                                  </p:childTnLst>
                                </p:cTn>
                              </p:par>
                              <p:par>
                                <p:cTn id="69" presetID="1" presetClass="emph" presetSubtype="1" nodeType="withEffect">
                                  <p:stCondLst>
                                    <p:cond delay="0"/>
                                  </p:stCondLst>
                                  <p:childTnLst>
                                    <p:set>
                                      <p:cBhvr>
                                        <p:cTn id="70" dur="indefinite"/>
                                        <p:tgtEl>
                                          <p:spTgt spid="7"/>
                                        </p:tgtEl>
                                        <p:attrNameLst>
                                          <p:attrName>fillcolor</p:attrName>
                                        </p:attrNameLst>
                                      </p:cBhvr>
                                      <p:to>
                                        <p:clrVal>
                                          <a:srgbClr val="00B0F0"/>
                                        </p:clrVal>
                                      </p:to>
                                    </p:set>
                                    <p:set>
                                      <p:cBhvr>
                                        <p:cTn id="71" dur="indefinite"/>
                                        <p:tgtEl>
                                          <p:spTgt spid="7"/>
                                        </p:tgtEl>
                                        <p:attrNameLst>
                                          <p:attrName>fill.type</p:attrName>
                                        </p:attrNameLst>
                                      </p:cBhvr>
                                      <p:to>
                                        <p:strVal val="solid"/>
                                      </p:to>
                                    </p:set>
                                    <p:set>
                                      <p:cBhvr>
                                        <p:cTn id="72" dur="indefinite"/>
                                        <p:tgtEl>
                                          <p:spTgt spid="7"/>
                                        </p:tgtEl>
                                        <p:attrNameLst>
                                          <p:attrName>fill.on</p:attrName>
                                        </p:attrNameLst>
                                      </p:cBhvr>
                                      <p:to>
                                        <p:strVal val="tru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mph" presetSubtype="1" nodeType="clickEffect">
                                  <p:stCondLst>
                                    <p:cond delay="0"/>
                                  </p:stCondLst>
                                  <p:childTnLst>
                                    <p:set>
                                      <p:cBhvr>
                                        <p:cTn id="80" dur="indefinite"/>
                                        <p:tgtEl>
                                          <p:spTgt spid="8"/>
                                        </p:tgtEl>
                                        <p:attrNameLst>
                                          <p:attrName>fillcolor</p:attrName>
                                        </p:attrNameLst>
                                      </p:cBhvr>
                                      <p:to>
                                        <p:clrVal>
                                          <a:srgbClr val="00B0F0"/>
                                        </p:clrVal>
                                      </p:to>
                                    </p:set>
                                    <p:set>
                                      <p:cBhvr>
                                        <p:cTn id="81" dur="indefinite"/>
                                        <p:tgtEl>
                                          <p:spTgt spid="8"/>
                                        </p:tgtEl>
                                        <p:attrNameLst>
                                          <p:attrName>fill.type</p:attrName>
                                        </p:attrNameLst>
                                      </p:cBhvr>
                                      <p:to>
                                        <p:strVal val="solid"/>
                                      </p:to>
                                    </p:set>
                                    <p:set>
                                      <p:cBhvr>
                                        <p:cTn id="82" dur="indefinite"/>
                                        <p:tgtEl>
                                          <p:spTgt spid="8"/>
                                        </p:tgtEl>
                                        <p:attrNameLst>
                                          <p:attrName>fill.on</p:attrName>
                                        </p:attrNameLst>
                                      </p:cBhvr>
                                      <p:to>
                                        <p:strVal val="true"/>
                                      </p:to>
                                    </p:set>
                                  </p:childTnLst>
                                </p:cTn>
                              </p:par>
                              <p:par>
                                <p:cTn id="83" presetID="1" presetClass="emph" presetSubtype="1" nodeType="withEffect">
                                  <p:stCondLst>
                                    <p:cond delay="0"/>
                                  </p:stCondLst>
                                  <p:childTnLst>
                                    <p:set>
                                      <p:cBhvr>
                                        <p:cTn id="84" dur="indefinite"/>
                                        <p:tgtEl>
                                          <p:spTgt spid="7"/>
                                        </p:tgtEl>
                                        <p:attrNameLst>
                                          <p:attrName>fillcolor</p:attrName>
                                        </p:attrNameLst>
                                      </p:cBhvr>
                                      <p:to>
                                        <p:clrVal>
                                          <a:srgbClr val="FFFF00"/>
                                        </p:clrVal>
                                      </p:to>
                                    </p:set>
                                    <p:set>
                                      <p:cBhvr>
                                        <p:cTn id="85" dur="indefinite"/>
                                        <p:tgtEl>
                                          <p:spTgt spid="7"/>
                                        </p:tgtEl>
                                        <p:attrNameLst>
                                          <p:attrName>fill.type</p:attrName>
                                        </p:attrNameLst>
                                      </p:cBhvr>
                                      <p:to>
                                        <p:strVal val="solid"/>
                                      </p:to>
                                    </p:set>
                                    <p:set>
                                      <p:cBhvr>
                                        <p:cTn id="86" dur="indefinite"/>
                                        <p:tgtEl>
                                          <p:spTgt spid="7"/>
                                        </p:tgtEl>
                                        <p:attrNameLst>
                                          <p:attrName>fill.on</p:attrName>
                                        </p:attrNameLst>
                                      </p:cBhvr>
                                      <p:to>
                                        <p:strVal val="tru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mph" presetSubtype="1" nodeType="clickEffect">
                                  <p:stCondLst>
                                    <p:cond delay="0"/>
                                  </p:stCondLst>
                                  <p:childTnLst>
                                    <p:set>
                                      <p:cBhvr>
                                        <p:cTn id="94" dur="indefinite"/>
                                        <p:tgtEl>
                                          <p:spTgt spid="8"/>
                                        </p:tgtEl>
                                        <p:attrNameLst>
                                          <p:attrName>fillcolor</p:attrName>
                                        </p:attrNameLst>
                                      </p:cBhvr>
                                      <p:to>
                                        <p:clrVal>
                                          <a:srgbClr val="FFFF00"/>
                                        </p:clrVal>
                                      </p:to>
                                    </p:set>
                                    <p:set>
                                      <p:cBhvr>
                                        <p:cTn id="95" dur="indefinite"/>
                                        <p:tgtEl>
                                          <p:spTgt spid="8"/>
                                        </p:tgtEl>
                                        <p:attrNameLst>
                                          <p:attrName>fill.type</p:attrName>
                                        </p:attrNameLst>
                                      </p:cBhvr>
                                      <p:to>
                                        <p:strVal val="solid"/>
                                      </p:to>
                                    </p:set>
                                    <p:set>
                                      <p:cBhvr>
                                        <p:cTn id="96" dur="indefinite"/>
                                        <p:tgtEl>
                                          <p:spTgt spid="8"/>
                                        </p:tgtEl>
                                        <p:attrNameLst>
                                          <p:attrName>fill.on</p:attrName>
                                        </p:attrNameLst>
                                      </p:cBhvr>
                                      <p:to>
                                        <p:strVal val="true"/>
                                      </p:to>
                                    </p:set>
                                  </p:childTnLst>
                                </p:cTn>
                              </p:par>
                              <p:par>
                                <p:cTn id="97" presetID="1" presetClass="emph" presetSubtype="1" nodeType="withEffect">
                                  <p:stCondLst>
                                    <p:cond delay="0"/>
                                  </p:stCondLst>
                                  <p:childTnLst>
                                    <p:set>
                                      <p:cBhvr>
                                        <p:cTn id="98" dur="indefinite"/>
                                        <p:tgtEl>
                                          <p:spTgt spid="7"/>
                                        </p:tgtEl>
                                        <p:attrNameLst>
                                          <p:attrName>fillcolor</p:attrName>
                                        </p:attrNameLst>
                                      </p:cBhvr>
                                      <p:to>
                                        <p:clrVal>
                                          <a:srgbClr val="00B0F0"/>
                                        </p:clrVal>
                                      </p:to>
                                    </p:set>
                                    <p:set>
                                      <p:cBhvr>
                                        <p:cTn id="99" dur="indefinite"/>
                                        <p:tgtEl>
                                          <p:spTgt spid="7"/>
                                        </p:tgtEl>
                                        <p:attrNameLst>
                                          <p:attrName>fill.type</p:attrName>
                                        </p:attrNameLst>
                                      </p:cBhvr>
                                      <p:to>
                                        <p:strVal val="solid"/>
                                      </p:to>
                                    </p:set>
                                    <p:set>
                                      <p:cBhvr>
                                        <p:cTn id="100" dur="indefinite"/>
                                        <p:tgtEl>
                                          <p:spTgt spid="7"/>
                                        </p:tgtEl>
                                        <p:attrNameLst>
                                          <p:attrName>fill.on</p:attrName>
                                        </p:attrNameLst>
                                      </p:cBhvr>
                                      <p:to>
                                        <p:strVal val="tru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52"/>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mph" presetSubtype="1" nodeType="clickEffect">
                                  <p:stCondLst>
                                    <p:cond delay="0"/>
                                  </p:stCondLst>
                                  <p:childTnLst>
                                    <p:set>
                                      <p:cBhvr>
                                        <p:cTn id="108" dur="indefinite"/>
                                        <p:tgtEl>
                                          <p:spTgt spid="8"/>
                                        </p:tgtEl>
                                        <p:attrNameLst>
                                          <p:attrName>fillcolor</p:attrName>
                                        </p:attrNameLst>
                                      </p:cBhvr>
                                      <p:to>
                                        <p:clrVal>
                                          <a:srgbClr val="00B0F0"/>
                                        </p:clrVal>
                                      </p:to>
                                    </p:set>
                                    <p:set>
                                      <p:cBhvr>
                                        <p:cTn id="109" dur="indefinite"/>
                                        <p:tgtEl>
                                          <p:spTgt spid="8"/>
                                        </p:tgtEl>
                                        <p:attrNameLst>
                                          <p:attrName>fill.type</p:attrName>
                                        </p:attrNameLst>
                                      </p:cBhvr>
                                      <p:to>
                                        <p:strVal val="solid"/>
                                      </p:to>
                                    </p:set>
                                    <p:set>
                                      <p:cBhvr>
                                        <p:cTn id="110" dur="indefinite"/>
                                        <p:tgtEl>
                                          <p:spTgt spid="8"/>
                                        </p:tgtEl>
                                        <p:attrNameLst>
                                          <p:attrName>fill.on</p:attrName>
                                        </p:attrNameLst>
                                      </p:cBhvr>
                                      <p:to>
                                        <p:strVal val="true"/>
                                      </p:to>
                                    </p:set>
                                  </p:childTnLst>
                                </p:cTn>
                              </p:par>
                              <p:par>
                                <p:cTn id="111" presetID="1" presetClass="emph" presetSubtype="1" nodeType="withEffect">
                                  <p:stCondLst>
                                    <p:cond delay="0"/>
                                  </p:stCondLst>
                                  <p:childTnLst>
                                    <p:set>
                                      <p:cBhvr>
                                        <p:cTn id="112" dur="indefinite"/>
                                        <p:tgtEl>
                                          <p:spTgt spid="7"/>
                                        </p:tgtEl>
                                        <p:attrNameLst>
                                          <p:attrName>fillcolor</p:attrName>
                                        </p:attrNameLst>
                                      </p:cBhvr>
                                      <p:to>
                                        <p:clrVal>
                                          <a:srgbClr val="FFFF00"/>
                                        </p:clrVal>
                                      </p:to>
                                    </p:set>
                                    <p:set>
                                      <p:cBhvr>
                                        <p:cTn id="113" dur="indefinite"/>
                                        <p:tgtEl>
                                          <p:spTgt spid="7"/>
                                        </p:tgtEl>
                                        <p:attrNameLst>
                                          <p:attrName>fill.type</p:attrName>
                                        </p:attrNameLst>
                                      </p:cBhvr>
                                      <p:to>
                                        <p:strVal val="solid"/>
                                      </p:to>
                                    </p:set>
                                    <p:set>
                                      <p:cBhvr>
                                        <p:cTn id="114" dur="indefinite"/>
                                        <p:tgtEl>
                                          <p:spTgt spid="7"/>
                                        </p:tgtEl>
                                        <p:attrNameLst>
                                          <p:attrName>fill.on</p:attrName>
                                        </p:attrNameLst>
                                      </p:cBhvr>
                                      <p:to>
                                        <p:strVal val="tru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54"/>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mph" presetSubtype="1" nodeType="clickEffect">
                                  <p:stCondLst>
                                    <p:cond delay="0"/>
                                  </p:stCondLst>
                                  <p:childTnLst>
                                    <p:set>
                                      <p:cBhvr>
                                        <p:cTn id="122" dur="indefinite"/>
                                        <p:tgtEl>
                                          <p:spTgt spid="8"/>
                                        </p:tgtEl>
                                        <p:attrNameLst>
                                          <p:attrName>fillcolor</p:attrName>
                                        </p:attrNameLst>
                                      </p:cBhvr>
                                      <p:to>
                                        <p:clrVal>
                                          <a:srgbClr val="FFFF00"/>
                                        </p:clrVal>
                                      </p:to>
                                    </p:set>
                                    <p:set>
                                      <p:cBhvr>
                                        <p:cTn id="123" dur="indefinite"/>
                                        <p:tgtEl>
                                          <p:spTgt spid="8"/>
                                        </p:tgtEl>
                                        <p:attrNameLst>
                                          <p:attrName>fill.type</p:attrName>
                                        </p:attrNameLst>
                                      </p:cBhvr>
                                      <p:to>
                                        <p:strVal val="solid"/>
                                      </p:to>
                                    </p:set>
                                    <p:set>
                                      <p:cBhvr>
                                        <p:cTn id="124" dur="indefinite"/>
                                        <p:tgtEl>
                                          <p:spTgt spid="8"/>
                                        </p:tgtEl>
                                        <p:attrNameLst>
                                          <p:attrName>fill.on</p:attrName>
                                        </p:attrNameLst>
                                      </p:cBhvr>
                                      <p:to>
                                        <p:strVal val="true"/>
                                      </p:to>
                                    </p:set>
                                  </p:childTnLst>
                                </p:cTn>
                              </p:par>
                              <p:par>
                                <p:cTn id="125" presetID="1" presetClass="emph" presetSubtype="1" nodeType="withEffect">
                                  <p:stCondLst>
                                    <p:cond delay="0"/>
                                  </p:stCondLst>
                                  <p:childTnLst>
                                    <p:set>
                                      <p:cBhvr>
                                        <p:cTn id="126" dur="indefinite"/>
                                        <p:tgtEl>
                                          <p:spTgt spid="7"/>
                                        </p:tgtEl>
                                        <p:attrNameLst>
                                          <p:attrName>fillcolor</p:attrName>
                                        </p:attrNameLst>
                                      </p:cBhvr>
                                      <p:to>
                                        <p:clrVal>
                                          <a:srgbClr val="00B0F0"/>
                                        </p:clrVal>
                                      </p:to>
                                    </p:set>
                                    <p:set>
                                      <p:cBhvr>
                                        <p:cTn id="127" dur="indefinite"/>
                                        <p:tgtEl>
                                          <p:spTgt spid="7"/>
                                        </p:tgtEl>
                                        <p:attrNameLst>
                                          <p:attrName>fill.type</p:attrName>
                                        </p:attrNameLst>
                                      </p:cBhvr>
                                      <p:to>
                                        <p:strVal val="solid"/>
                                      </p:to>
                                    </p:set>
                                    <p:set>
                                      <p:cBhvr>
                                        <p:cTn id="128" dur="indefinite"/>
                                        <p:tgtEl>
                                          <p:spTgt spid="7"/>
                                        </p:tgtEl>
                                        <p:attrNameLst>
                                          <p:attrName>fill.on</p:attrName>
                                        </p:attrNameLst>
                                      </p:cBhvr>
                                      <p:to>
                                        <p:strVal val="tru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56"/>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mph" presetSubtype="1" nodeType="clickEffect">
                                  <p:stCondLst>
                                    <p:cond delay="0"/>
                                  </p:stCondLst>
                                  <p:childTnLst>
                                    <p:set>
                                      <p:cBhvr>
                                        <p:cTn id="136" dur="indefinite"/>
                                        <p:tgtEl>
                                          <p:spTgt spid="8"/>
                                        </p:tgtEl>
                                        <p:attrNameLst>
                                          <p:attrName>fillcolor</p:attrName>
                                        </p:attrNameLst>
                                      </p:cBhvr>
                                      <p:to>
                                        <p:clrVal>
                                          <a:srgbClr val="00B0F0"/>
                                        </p:clrVal>
                                      </p:to>
                                    </p:set>
                                    <p:set>
                                      <p:cBhvr>
                                        <p:cTn id="137" dur="indefinite"/>
                                        <p:tgtEl>
                                          <p:spTgt spid="8"/>
                                        </p:tgtEl>
                                        <p:attrNameLst>
                                          <p:attrName>fill.type</p:attrName>
                                        </p:attrNameLst>
                                      </p:cBhvr>
                                      <p:to>
                                        <p:strVal val="solid"/>
                                      </p:to>
                                    </p:set>
                                    <p:set>
                                      <p:cBhvr>
                                        <p:cTn id="138" dur="indefinite"/>
                                        <p:tgtEl>
                                          <p:spTgt spid="8"/>
                                        </p:tgtEl>
                                        <p:attrNameLst>
                                          <p:attrName>fill.on</p:attrName>
                                        </p:attrNameLst>
                                      </p:cBhvr>
                                      <p:to>
                                        <p:strVal val="true"/>
                                      </p:to>
                                    </p:set>
                                  </p:childTnLst>
                                </p:cTn>
                              </p:par>
                              <p:par>
                                <p:cTn id="139" presetID="1" presetClass="emph" presetSubtype="1" nodeType="withEffect">
                                  <p:stCondLst>
                                    <p:cond delay="0"/>
                                  </p:stCondLst>
                                  <p:childTnLst>
                                    <p:set>
                                      <p:cBhvr>
                                        <p:cTn id="140" dur="indefinite"/>
                                        <p:tgtEl>
                                          <p:spTgt spid="7"/>
                                        </p:tgtEl>
                                        <p:attrNameLst>
                                          <p:attrName>fillcolor</p:attrName>
                                        </p:attrNameLst>
                                      </p:cBhvr>
                                      <p:to>
                                        <p:clrVal>
                                          <a:srgbClr val="FFFFFF"/>
                                        </p:clrVal>
                                      </p:to>
                                    </p:set>
                                    <p:set>
                                      <p:cBhvr>
                                        <p:cTn id="141" dur="indefinite"/>
                                        <p:tgtEl>
                                          <p:spTgt spid="7"/>
                                        </p:tgtEl>
                                        <p:attrNameLst>
                                          <p:attrName>fill.type</p:attrName>
                                        </p:attrNameLst>
                                      </p:cBhvr>
                                      <p:to>
                                        <p:strVal val="solid"/>
                                      </p:to>
                                    </p:set>
                                    <p:set>
                                      <p:cBhvr>
                                        <p:cTn id="142" dur="indefinite"/>
                                        <p:tgtEl>
                                          <p:spTgt spid="7"/>
                                        </p:tgtEl>
                                        <p:attrNameLst>
                                          <p:attrName>fill.on</p:attrName>
                                        </p:attrNameLst>
                                      </p:cBhvr>
                                      <p:to>
                                        <p:strVal val="true"/>
                                      </p:to>
                                    </p:set>
                                  </p:childTnLst>
                                </p:cTn>
                              </p:par>
                            </p:childTnLst>
                          </p:cTn>
                        </p:par>
                      </p:childTnLst>
                    </p:cTn>
                  </p:par>
                  <p:par>
                    <p:cTn id="143" fill="hold">
                      <p:stCondLst>
                        <p:cond delay="indefinite"/>
                      </p:stCondLst>
                      <p:childTnLst>
                        <p:par>
                          <p:cTn id="144" fill="hold">
                            <p:stCondLst>
                              <p:cond delay="0"/>
                            </p:stCondLst>
                            <p:childTnLst>
                              <p:par>
                                <p:cTn id="145" presetID="1" presetClass="emph" presetSubtype="1" nodeType="clickEffect">
                                  <p:stCondLst>
                                    <p:cond delay="0"/>
                                  </p:stCondLst>
                                  <p:childTnLst>
                                    <p:set>
                                      <p:cBhvr>
                                        <p:cTn id="146" dur="indefinite"/>
                                        <p:tgtEl>
                                          <p:spTgt spid="5"/>
                                        </p:tgtEl>
                                        <p:attrNameLst>
                                          <p:attrName>fillcolor</p:attrName>
                                        </p:attrNameLst>
                                      </p:cBhvr>
                                      <p:to>
                                        <p:clrVal>
                                          <a:srgbClr val="FFFF00"/>
                                        </p:clrVal>
                                      </p:to>
                                    </p:set>
                                    <p:set>
                                      <p:cBhvr>
                                        <p:cTn id="147" dur="indefinite"/>
                                        <p:tgtEl>
                                          <p:spTgt spid="5"/>
                                        </p:tgtEl>
                                        <p:attrNameLst>
                                          <p:attrName>fill.type</p:attrName>
                                        </p:attrNameLst>
                                      </p:cBhvr>
                                      <p:to>
                                        <p:strVal val="solid"/>
                                      </p:to>
                                    </p:set>
                                    <p:set>
                                      <p:cBhvr>
                                        <p:cTn id="148" dur="indefinite"/>
                                        <p:tgtEl>
                                          <p:spTgt spid="5"/>
                                        </p:tgtEl>
                                        <p:attrNameLst>
                                          <p:attrName>fill.on</p:attrName>
                                        </p:attrNameLst>
                                      </p:cBhvr>
                                      <p:to>
                                        <p:strVal val="tru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62"/>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xit" presetSubtype="0" fill="hold" nodeType="clickEffect">
                                  <p:stCondLst>
                                    <p:cond delay="0"/>
                                  </p:stCondLst>
                                  <p:childTnLst>
                                    <p:set>
                                      <p:cBhvr>
                                        <p:cTn id="156" dur="1" fill="hold">
                                          <p:stCondLst>
                                            <p:cond delay="0"/>
                                          </p:stCondLst>
                                        </p:cTn>
                                        <p:tgtEl>
                                          <p:spTgt spid="56"/>
                                        </p:tgtEl>
                                        <p:attrNameLst>
                                          <p:attrName>style.visibility</p:attrName>
                                        </p:attrNameLst>
                                      </p:cBhvr>
                                      <p:to>
                                        <p:strVal val="hidden"/>
                                      </p:to>
                                    </p:set>
                                  </p:childTnLst>
                                </p:cTn>
                              </p:par>
                            </p:childTnLst>
                          </p:cTn>
                        </p:par>
                        <p:par>
                          <p:cTn id="157" fill="hold">
                            <p:stCondLst>
                              <p:cond delay="0"/>
                            </p:stCondLst>
                            <p:childTnLst>
                              <p:par>
                                <p:cTn id="158" presetID="1" presetClass="exit" presetSubtype="0" fill="hold" nodeType="afterEffect">
                                  <p:stCondLst>
                                    <p:cond delay="50"/>
                                  </p:stCondLst>
                                  <p:childTnLst>
                                    <p:set>
                                      <p:cBhvr>
                                        <p:cTn id="159" dur="1" fill="hold">
                                          <p:stCondLst>
                                            <p:cond delay="0"/>
                                          </p:stCondLst>
                                        </p:cTn>
                                        <p:tgtEl>
                                          <p:spTgt spid="54"/>
                                        </p:tgtEl>
                                        <p:attrNameLst>
                                          <p:attrName>style.visibility</p:attrName>
                                        </p:attrNameLst>
                                      </p:cBhvr>
                                      <p:to>
                                        <p:strVal val="hidden"/>
                                      </p:to>
                                    </p:set>
                                  </p:childTnLst>
                                </p:cTn>
                              </p:par>
                            </p:childTnLst>
                          </p:cTn>
                        </p:par>
                        <p:par>
                          <p:cTn id="160" fill="hold">
                            <p:stCondLst>
                              <p:cond delay="50"/>
                            </p:stCondLst>
                            <p:childTnLst>
                              <p:par>
                                <p:cTn id="161" presetID="1" presetClass="exit" presetSubtype="0" fill="hold" nodeType="afterEffect">
                                  <p:stCondLst>
                                    <p:cond delay="70"/>
                                  </p:stCondLst>
                                  <p:childTnLst>
                                    <p:set>
                                      <p:cBhvr>
                                        <p:cTn id="162" dur="1" fill="hold">
                                          <p:stCondLst>
                                            <p:cond delay="0"/>
                                          </p:stCondLst>
                                        </p:cTn>
                                        <p:tgtEl>
                                          <p:spTgt spid="52"/>
                                        </p:tgtEl>
                                        <p:attrNameLst>
                                          <p:attrName>style.visibility</p:attrName>
                                        </p:attrNameLst>
                                      </p:cBhvr>
                                      <p:to>
                                        <p:strVal val="hidden"/>
                                      </p:to>
                                    </p:set>
                                  </p:childTnLst>
                                </p:cTn>
                              </p:par>
                            </p:childTnLst>
                          </p:cTn>
                        </p:par>
                        <p:par>
                          <p:cTn id="163" fill="hold">
                            <p:stCondLst>
                              <p:cond delay="120"/>
                            </p:stCondLst>
                            <p:childTnLst>
                              <p:par>
                                <p:cTn id="164" presetID="1" presetClass="exit" presetSubtype="0" fill="hold" nodeType="afterEffect">
                                  <p:stCondLst>
                                    <p:cond delay="90"/>
                                  </p:stCondLst>
                                  <p:childTnLst>
                                    <p:set>
                                      <p:cBhvr>
                                        <p:cTn id="165" dur="1" fill="hold">
                                          <p:stCondLst>
                                            <p:cond delay="0"/>
                                          </p:stCondLst>
                                        </p:cTn>
                                        <p:tgtEl>
                                          <p:spTgt spid="50"/>
                                        </p:tgtEl>
                                        <p:attrNameLst>
                                          <p:attrName>style.visibility</p:attrName>
                                        </p:attrNameLst>
                                      </p:cBhvr>
                                      <p:to>
                                        <p:strVal val="hidden"/>
                                      </p:to>
                                    </p:set>
                                  </p:childTnLst>
                                </p:cTn>
                              </p:par>
                            </p:childTnLst>
                          </p:cTn>
                        </p:par>
                        <p:par>
                          <p:cTn id="166" fill="hold">
                            <p:stCondLst>
                              <p:cond delay="210"/>
                            </p:stCondLst>
                            <p:childTnLst>
                              <p:par>
                                <p:cTn id="167" presetID="1" presetClass="exit" presetSubtype="0" fill="hold" nodeType="afterEffect">
                                  <p:stCondLst>
                                    <p:cond delay="110"/>
                                  </p:stCondLst>
                                  <p:childTnLst>
                                    <p:set>
                                      <p:cBhvr>
                                        <p:cTn id="168" dur="1" fill="hold">
                                          <p:stCondLst>
                                            <p:cond delay="0"/>
                                          </p:stCondLst>
                                        </p:cTn>
                                        <p:tgtEl>
                                          <p:spTgt spid="48"/>
                                        </p:tgtEl>
                                        <p:attrNameLst>
                                          <p:attrName>style.visibility</p:attrName>
                                        </p:attrNameLst>
                                      </p:cBhvr>
                                      <p:to>
                                        <p:strVal val="hidden"/>
                                      </p:to>
                                    </p:set>
                                  </p:childTnLst>
                                </p:cTn>
                              </p:par>
                            </p:childTnLst>
                          </p:cTn>
                        </p:par>
                        <p:par>
                          <p:cTn id="169" fill="hold">
                            <p:stCondLst>
                              <p:cond delay="320"/>
                            </p:stCondLst>
                            <p:childTnLst>
                              <p:par>
                                <p:cTn id="170" presetID="1" presetClass="exit" presetSubtype="0" fill="hold" nodeType="afterEffect">
                                  <p:stCondLst>
                                    <p:cond delay="130"/>
                                  </p:stCondLst>
                                  <p:childTnLst>
                                    <p:set>
                                      <p:cBhvr>
                                        <p:cTn id="171" dur="1" fill="hold">
                                          <p:stCondLst>
                                            <p:cond delay="0"/>
                                          </p:stCondLst>
                                        </p:cTn>
                                        <p:tgtEl>
                                          <p:spTgt spid="46"/>
                                        </p:tgtEl>
                                        <p:attrNameLst>
                                          <p:attrName>style.visibility</p:attrName>
                                        </p:attrNameLst>
                                      </p:cBhvr>
                                      <p:to>
                                        <p:strVal val="hidden"/>
                                      </p:to>
                                    </p:set>
                                  </p:childTnLst>
                                </p:cTn>
                              </p:par>
                            </p:childTnLst>
                          </p:cTn>
                        </p:par>
                        <p:par>
                          <p:cTn id="172" fill="hold">
                            <p:stCondLst>
                              <p:cond delay="450"/>
                            </p:stCondLst>
                            <p:childTnLst>
                              <p:par>
                                <p:cTn id="173" presetID="1" presetClass="exit" presetSubtype="0" fill="hold" nodeType="afterEffect">
                                  <p:stCondLst>
                                    <p:cond delay="150"/>
                                  </p:stCondLst>
                                  <p:childTnLst>
                                    <p:set>
                                      <p:cBhvr>
                                        <p:cTn id="174" dur="1" fill="hold">
                                          <p:stCondLst>
                                            <p:cond delay="0"/>
                                          </p:stCondLst>
                                        </p:cTn>
                                        <p:tgtEl>
                                          <p:spTgt spid="44"/>
                                        </p:tgtEl>
                                        <p:attrNameLst>
                                          <p:attrName>style.visibility</p:attrName>
                                        </p:attrNameLst>
                                      </p:cBhvr>
                                      <p:to>
                                        <p:strVal val="hidden"/>
                                      </p:to>
                                    </p:set>
                                  </p:childTnLst>
                                </p:cTn>
                              </p:par>
                            </p:childTnLst>
                          </p:cTn>
                        </p:par>
                        <p:par>
                          <p:cTn id="175" fill="hold">
                            <p:stCondLst>
                              <p:cond delay="600"/>
                            </p:stCondLst>
                            <p:childTnLst>
                              <p:par>
                                <p:cTn id="176" presetID="1" presetClass="exit" presetSubtype="0" fill="hold" nodeType="afterEffect">
                                  <p:stCondLst>
                                    <p:cond delay="170"/>
                                  </p:stCondLst>
                                  <p:childTnLst>
                                    <p:set>
                                      <p:cBhvr>
                                        <p:cTn id="177" dur="1" fill="hold">
                                          <p:stCondLst>
                                            <p:cond delay="0"/>
                                          </p:stCondLst>
                                        </p:cTn>
                                        <p:tgtEl>
                                          <p:spTgt spid="42"/>
                                        </p:tgtEl>
                                        <p:attrNameLst>
                                          <p:attrName>style.visibility</p:attrName>
                                        </p:attrNameLst>
                                      </p:cBhvr>
                                      <p:to>
                                        <p:strVal val="hidden"/>
                                      </p:to>
                                    </p:set>
                                  </p:childTnLst>
                                </p:cTn>
                              </p:par>
                            </p:childTnLst>
                          </p:cTn>
                        </p:par>
                        <p:par>
                          <p:cTn id="178" fill="hold">
                            <p:stCondLst>
                              <p:cond delay="770"/>
                            </p:stCondLst>
                            <p:childTnLst>
                              <p:par>
                                <p:cTn id="179" presetID="1" presetClass="exit" presetSubtype="0" fill="hold" nodeType="afterEffect">
                                  <p:stCondLst>
                                    <p:cond delay="210"/>
                                  </p:stCondLst>
                                  <p:childTnLst>
                                    <p:set>
                                      <p:cBhvr>
                                        <p:cTn id="180" dur="1" fill="hold">
                                          <p:stCondLst>
                                            <p:cond delay="0"/>
                                          </p:stCondLst>
                                        </p:cTn>
                                        <p:tgtEl>
                                          <p:spTgt spid="38"/>
                                        </p:tgtEl>
                                        <p:attrNameLst>
                                          <p:attrName>style.visibility</p:attrName>
                                        </p:attrNameLst>
                                      </p:cBhvr>
                                      <p:to>
                                        <p:strVal val="hidden"/>
                                      </p:to>
                                    </p:set>
                                  </p:childTnLst>
                                </p:cTn>
                              </p:par>
                              <p:par>
                                <p:cTn id="181" presetID="64" presetClass="path" presetSubtype="0" accel="50000" decel="50000" fill="hold" nodeType="withEffect">
                                  <p:stCondLst>
                                    <p:cond delay="210"/>
                                  </p:stCondLst>
                                  <p:childTnLst>
                                    <p:animMotion origin="layout" path="M -3.88889E-6 1.11022E-16 L -0.00034 -0.59884 " pathEditMode="relative" rAng="0" ptsTypes="AA">
                                      <p:cBhvr>
                                        <p:cTn id="182" dur="2000" fill="hold"/>
                                        <p:tgtEl>
                                          <p:spTgt spid="62"/>
                                        </p:tgtEl>
                                        <p:attrNameLst>
                                          <p:attrName>ppt_x</p:attrName>
                                          <p:attrName>ppt_y</p:attrName>
                                        </p:attrNameLst>
                                      </p:cBhvr>
                                      <p:rCtr x="-17" y="-2995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C761FD5-5D77-40D5-8319-00668A8B98BF}"/>
              </a:ext>
            </a:extLst>
          </p:cNvPr>
          <p:cNvSpPr>
            <a:spLocks noGrp="1"/>
          </p:cNvSpPr>
          <p:nvPr>
            <p:ph type="ftr" sz="quarter" idx="11"/>
          </p:nvPr>
        </p:nvSpPr>
        <p:spPr/>
        <p:txBody>
          <a:bodyPr/>
          <a:lstStyle/>
          <a:p>
            <a:r>
              <a:rPr lang="en-US"/>
              <a:t>CSC3113: Theory of Computation</a:t>
            </a:r>
          </a:p>
        </p:txBody>
      </p:sp>
      <p:sp>
        <p:nvSpPr>
          <p:cNvPr id="42" name="Text Placeholder 41">
            <a:extLst>
              <a:ext uri="{FF2B5EF4-FFF2-40B4-BE49-F238E27FC236}">
                <a16:creationId xmlns:a16="http://schemas.microsoft.com/office/drawing/2014/main" id="{8A1AC5A1-5D98-408A-AE6D-4AD2CB751C6C}"/>
              </a:ext>
            </a:extLst>
          </p:cNvPr>
          <p:cNvSpPr>
            <a:spLocks noGrp="1"/>
          </p:cNvSpPr>
          <p:nvPr>
            <p:ph type="body" sz="quarter" idx="12"/>
          </p:nvPr>
        </p:nvSpPr>
        <p:spPr/>
        <p:txBody>
          <a:bodyPr/>
          <a:lstStyle/>
          <a:p>
            <a:r>
              <a:rPr lang="en-US" dirty="0">
                <a:solidFill>
                  <a:srgbClr val="FF0000"/>
                </a:solidFill>
              </a:rPr>
              <a:t>Configuration for </a:t>
            </a:r>
            <a:r>
              <a:rPr lang="en-US" altLang="en-US" dirty="0">
                <a:solidFill>
                  <a:srgbClr val="FF0000"/>
                </a:solidFill>
                <a:latin typeface="Cambria Math" panose="02040503050406030204" pitchFamily="18" charset="0"/>
                <a:ea typeface="Cambria Math" panose="02040503050406030204" pitchFamily="18" charset="0"/>
              </a:rPr>
              <a:t>A = { 0</a:t>
            </a:r>
            <a:r>
              <a:rPr lang="en-US" altLang="en-US" baseline="30000" dirty="0">
                <a:solidFill>
                  <a:srgbClr val="FF0000"/>
                </a:solidFill>
                <a:latin typeface="Cambria Math" panose="02040503050406030204" pitchFamily="18" charset="0"/>
                <a:ea typeface="Cambria Math" panose="02040503050406030204" pitchFamily="18" charset="0"/>
              </a:rPr>
              <a:t>j</a:t>
            </a:r>
            <a:r>
              <a:rPr lang="en-US" altLang="en-US" dirty="0">
                <a:solidFill>
                  <a:srgbClr val="FF0000"/>
                </a:solidFill>
                <a:latin typeface="Cambria Math" panose="02040503050406030204" pitchFamily="18" charset="0"/>
                <a:ea typeface="Cambria Math" panose="02040503050406030204" pitchFamily="18" charset="0"/>
              </a:rPr>
              <a:t> | j=2</a:t>
            </a:r>
            <a:r>
              <a:rPr lang="en-US" altLang="en-US" baseline="30000" dirty="0">
                <a:solidFill>
                  <a:srgbClr val="FF0000"/>
                </a:solidFill>
                <a:latin typeface="Cambria Math" panose="02040503050406030204" pitchFamily="18" charset="0"/>
                <a:ea typeface="Cambria Math" panose="02040503050406030204" pitchFamily="18" charset="0"/>
              </a:rPr>
              <a:t>n</a:t>
            </a:r>
            <a:r>
              <a:rPr lang="en-US" altLang="en-US" dirty="0">
                <a:solidFill>
                  <a:srgbClr val="FF0000"/>
                </a:solidFill>
                <a:latin typeface="Cambria Math" panose="02040503050406030204" pitchFamily="18" charset="0"/>
                <a:ea typeface="Cambria Math" panose="02040503050406030204" pitchFamily="18" charset="0"/>
              </a:rPr>
              <a:t> }</a:t>
            </a:r>
            <a:r>
              <a:rPr lang="en-US" dirty="0">
                <a:solidFill>
                  <a:srgbClr val="FF0000"/>
                </a:solidFill>
              </a:rPr>
              <a:t> </a:t>
            </a:r>
            <a:endParaRPr lang="en-US" baseline="50000" dirty="0">
              <a:solidFill>
                <a:srgbClr val="FF0000"/>
              </a:solidFill>
              <a:latin typeface="Arial Narrow" panose="020B0606020202030204" pitchFamily="34" charset="0"/>
            </a:endParaRPr>
          </a:p>
        </p:txBody>
      </p:sp>
      <p:sp>
        <p:nvSpPr>
          <p:cNvPr id="4" name="Oval 3">
            <a:extLst>
              <a:ext uri="{FF2B5EF4-FFF2-40B4-BE49-F238E27FC236}">
                <a16:creationId xmlns:a16="http://schemas.microsoft.com/office/drawing/2014/main" id="{E2E2C774-CF0F-44C4-8E5C-55D105BA3EC8}"/>
              </a:ext>
            </a:extLst>
          </p:cNvPr>
          <p:cNvSpPr/>
          <p:nvPr/>
        </p:nvSpPr>
        <p:spPr>
          <a:xfrm>
            <a:off x="5486400" y="2749354"/>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Arial Narrow" panose="020B0606020202030204" pitchFamily="34" charset="0"/>
              </a:rPr>
              <a:t>q</a:t>
            </a:r>
            <a:r>
              <a:rPr lang="en-US" b="1" baseline="-25000" dirty="0" err="1">
                <a:latin typeface="Arial Narrow" panose="020B0606020202030204" pitchFamily="34" charset="0"/>
              </a:rPr>
              <a:t>A</a:t>
            </a:r>
            <a:endParaRPr lang="en-US" b="1" baseline="-25000" dirty="0">
              <a:latin typeface="Arial Narrow" panose="020B0606020202030204" pitchFamily="34" charset="0"/>
            </a:endParaRPr>
          </a:p>
        </p:txBody>
      </p:sp>
      <p:sp>
        <p:nvSpPr>
          <p:cNvPr id="5" name="Oval 4">
            <a:extLst>
              <a:ext uri="{FF2B5EF4-FFF2-40B4-BE49-F238E27FC236}">
                <a16:creationId xmlns:a16="http://schemas.microsoft.com/office/drawing/2014/main" id="{1F834E2D-FF4C-41CA-A0B6-6AF320720D64}"/>
              </a:ext>
            </a:extLst>
          </p:cNvPr>
          <p:cNvSpPr/>
          <p:nvPr/>
        </p:nvSpPr>
        <p:spPr>
          <a:xfrm>
            <a:off x="7376160" y="2749354"/>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4</a:t>
            </a:r>
          </a:p>
        </p:txBody>
      </p:sp>
      <p:sp>
        <p:nvSpPr>
          <p:cNvPr id="6" name="Oval 5">
            <a:extLst>
              <a:ext uri="{FF2B5EF4-FFF2-40B4-BE49-F238E27FC236}">
                <a16:creationId xmlns:a16="http://schemas.microsoft.com/office/drawing/2014/main" id="{A31A4AB9-47B9-4416-BCEC-DC6878A3422C}"/>
              </a:ext>
            </a:extLst>
          </p:cNvPr>
          <p:cNvSpPr/>
          <p:nvPr/>
        </p:nvSpPr>
        <p:spPr>
          <a:xfrm>
            <a:off x="5486400" y="4110085"/>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1</a:t>
            </a:r>
          </a:p>
        </p:txBody>
      </p:sp>
      <p:sp>
        <p:nvSpPr>
          <p:cNvPr id="7" name="Oval 6">
            <a:extLst>
              <a:ext uri="{FF2B5EF4-FFF2-40B4-BE49-F238E27FC236}">
                <a16:creationId xmlns:a16="http://schemas.microsoft.com/office/drawing/2014/main" id="{725378D2-5D23-415E-BF06-ECEB1E6493D9}"/>
              </a:ext>
            </a:extLst>
          </p:cNvPr>
          <p:cNvSpPr/>
          <p:nvPr/>
        </p:nvSpPr>
        <p:spPr>
          <a:xfrm>
            <a:off x="7376160" y="5470816"/>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3</a:t>
            </a:r>
          </a:p>
        </p:txBody>
      </p:sp>
      <p:sp>
        <p:nvSpPr>
          <p:cNvPr id="8" name="Oval 7">
            <a:extLst>
              <a:ext uri="{FF2B5EF4-FFF2-40B4-BE49-F238E27FC236}">
                <a16:creationId xmlns:a16="http://schemas.microsoft.com/office/drawing/2014/main" id="{046E0741-C1D7-4E82-8582-AC39471CD1F7}"/>
              </a:ext>
            </a:extLst>
          </p:cNvPr>
          <p:cNvSpPr/>
          <p:nvPr/>
        </p:nvSpPr>
        <p:spPr>
          <a:xfrm>
            <a:off x="7376160" y="4110085"/>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2</a:t>
            </a:r>
          </a:p>
        </p:txBody>
      </p:sp>
      <p:sp>
        <p:nvSpPr>
          <p:cNvPr id="9" name="Oval 8">
            <a:extLst>
              <a:ext uri="{FF2B5EF4-FFF2-40B4-BE49-F238E27FC236}">
                <a16:creationId xmlns:a16="http://schemas.microsoft.com/office/drawing/2014/main" id="{40C10580-E238-4569-833D-BC6EB368394B}"/>
              </a:ext>
            </a:extLst>
          </p:cNvPr>
          <p:cNvSpPr/>
          <p:nvPr/>
        </p:nvSpPr>
        <p:spPr>
          <a:xfrm>
            <a:off x="3596640" y="5470816"/>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Arial Narrow" panose="020B0606020202030204" pitchFamily="34" charset="0"/>
              </a:rPr>
              <a:t>q</a:t>
            </a:r>
            <a:r>
              <a:rPr lang="en-US" b="1" baseline="-25000" dirty="0" err="1">
                <a:latin typeface="Arial Narrow" panose="020B0606020202030204" pitchFamily="34" charset="0"/>
              </a:rPr>
              <a:t>R</a:t>
            </a:r>
            <a:endParaRPr lang="en-US" b="1" baseline="-25000" dirty="0">
              <a:latin typeface="Arial Narrow" panose="020B0606020202030204" pitchFamily="34" charset="0"/>
            </a:endParaRPr>
          </a:p>
        </p:txBody>
      </p:sp>
      <p:sp>
        <p:nvSpPr>
          <p:cNvPr id="10" name="Oval 9">
            <a:extLst>
              <a:ext uri="{FF2B5EF4-FFF2-40B4-BE49-F238E27FC236}">
                <a16:creationId xmlns:a16="http://schemas.microsoft.com/office/drawing/2014/main" id="{2696CA53-2CF9-4956-BA56-036D5EB605C2}"/>
              </a:ext>
            </a:extLst>
          </p:cNvPr>
          <p:cNvSpPr/>
          <p:nvPr/>
        </p:nvSpPr>
        <p:spPr>
          <a:xfrm>
            <a:off x="3596640" y="4114628"/>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0</a:t>
            </a:r>
          </a:p>
        </p:txBody>
      </p:sp>
      <p:cxnSp>
        <p:nvCxnSpPr>
          <p:cNvPr id="11" name="Straight Arrow Connector 10">
            <a:extLst>
              <a:ext uri="{FF2B5EF4-FFF2-40B4-BE49-F238E27FC236}">
                <a16:creationId xmlns:a16="http://schemas.microsoft.com/office/drawing/2014/main" id="{F638212D-75C7-44FD-A3D1-E63955C704B7}"/>
              </a:ext>
            </a:extLst>
          </p:cNvPr>
          <p:cNvCxnSpPr>
            <a:cxnSpLocks/>
            <a:endCxn id="10" idx="0"/>
          </p:cNvCxnSpPr>
          <p:nvPr/>
        </p:nvCxnSpPr>
        <p:spPr>
          <a:xfrm>
            <a:off x="3847719" y="3429000"/>
            <a:ext cx="23241" cy="6856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82630F6-91DD-4B89-B014-706A531D2B54}"/>
              </a:ext>
            </a:extLst>
          </p:cNvPr>
          <p:cNvCxnSpPr>
            <a:stCxn id="10" idx="6"/>
            <a:endCxn id="6" idx="2"/>
          </p:cNvCxnSpPr>
          <p:nvPr/>
        </p:nvCxnSpPr>
        <p:spPr>
          <a:xfrm flipV="1">
            <a:off x="4145280" y="4384405"/>
            <a:ext cx="1341120" cy="454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41E24812-CEF5-428C-9956-6BE2B13AA0EC}"/>
              </a:ext>
            </a:extLst>
          </p:cNvPr>
          <p:cNvCxnSpPr>
            <a:stCxn id="6" idx="6"/>
            <a:endCxn id="8" idx="2"/>
          </p:cNvCxnSpPr>
          <p:nvPr/>
        </p:nvCxnSpPr>
        <p:spPr>
          <a:xfrm>
            <a:off x="6035040" y="4384405"/>
            <a:ext cx="1341120"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2BFC7E3-806B-4A4C-B5AD-1112DBFB6E78}"/>
              </a:ext>
            </a:extLst>
          </p:cNvPr>
          <p:cNvCxnSpPr>
            <a:stCxn id="8" idx="0"/>
            <a:endCxn id="5" idx="4"/>
          </p:cNvCxnSpPr>
          <p:nvPr/>
        </p:nvCxnSpPr>
        <p:spPr>
          <a:xfrm flipV="1">
            <a:off x="7650480" y="3297994"/>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D7EE6ACF-2E81-4455-BCD9-DCFB771A94B5}"/>
              </a:ext>
            </a:extLst>
          </p:cNvPr>
          <p:cNvCxnSpPr>
            <a:stCxn id="6" idx="0"/>
            <a:endCxn id="4" idx="4"/>
          </p:cNvCxnSpPr>
          <p:nvPr/>
        </p:nvCxnSpPr>
        <p:spPr>
          <a:xfrm flipV="1">
            <a:off x="5760720" y="3297994"/>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D8CA3F80-7E1C-4903-A165-21DEACF3E4B5}"/>
              </a:ext>
            </a:extLst>
          </p:cNvPr>
          <p:cNvCxnSpPr>
            <a:stCxn id="5" idx="3"/>
            <a:endCxn id="6" idx="7"/>
          </p:cNvCxnSpPr>
          <p:nvPr/>
        </p:nvCxnSpPr>
        <p:spPr>
          <a:xfrm flipH="1">
            <a:off x="5954694" y="3217648"/>
            <a:ext cx="1501812" cy="97278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D468032-F5C7-452B-918A-9A9A8ADCBCB8}"/>
              </a:ext>
            </a:extLst>
          </p:cNvPr>
          <p:cNvCxnSpPr>
            <a:stCxn id="10" idx="4"/>
            <a:endCxn id="9" idx="0"/>
          </p:cNvCxnSpPr>
          <p:nvPr/>
        </p:nvCxnSpPr>
        <p:spPr>
          <a:xfrm>
            <a:off x="3870960" y="4663268"/>
            <a:ext cx="0" cy="80754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5B84AFC0-6A71-486E-BE57-08E42F98C8D2}"/>
              </a:ext>
            </a:extLst>
          </p:cNvPr>
          <p:cNvCxnSpPr>
            <a:stCxn id="7" idx="2"/>
            <a:endCxn id="9" idx="6"/>
          </p:cNvCxnSpPr>
          <p:nvPr/>
        </p:nvCxnSpPr>
        <p:spPr>
          <a:xfrm flipH="1">
            <a:off x="4145280" y="5745136"/>
            <a:ext cx="3230880"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Connector: Curved 18">
            <a:extLst>
              <a:ext uri="{FF2B5EF4-FFF2-40B4-BE49-F238E27FC236}">
                <a16:creationId xmlns:a16="http://schemas.microsoft.com/office/drawing/2014/main" id="{66A2340D-3B1C-4342-8F05-A47CC2F18A2D}"/>
              </a:ext>
            </a:extLst>
          </p:cNvPr>
          <p:cNvCxnSpPr>
            <a:cxnSpLocks/>
            <a:stCxn id="8" idx="7"/>
            <a:endCxn id="8" idx="5"/>
          </p:cNvCxnSpPr>
          <p:nvPr/>
        </p:nvCxnSpPr>
        <p:spPr>
          <a:xfrm rot="16200000" flipH="1">
            <a:off x="7650480" y="4384405"/>
            <a:ext cx="387948" cy="12700"/>
          </a:xfrm>
          <a:prstGeom prst="curvedConnector5">
            <a:avLst>
              <a:gd name="adj1" fmla="val -7856"/>
              <a:gd name="adj2" fmla="val 2727354"/>
              <a:gd name="adj3" fmla="val 111785"/>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84F00D01-CD34-4FC6-9F97-CF139AEDE3DF}"/>
              </a:ext>
            </a:extLst>
          </p:cNvPr>
          <p:cNvCxnSpPr>
            <a:cxnSpLocks/>
            <a:stCxn id="7" idx="7"/>
            <a:endCxn id="7" idx="5"/>
          </p:cNvCxnSpPr>
          <p:nvPr/>
        </p:nvCxnSpPr>
        <p:spPr>
          <a:xfrm rot="16200000" flipH="1">
            <a:off x="7650480" y="5745136"/>
            <a:ext cx="387948" cy="12700"/>
          </a:xfrm>
          <a:prstGeom prst="curvedConnector5">
            <a:avLst>
              <a:gd name="adj1" fmla="val -11785"/>
              <a:gd name="adj2" fmla="val 2847354"/>
              <a:gd name="adj3" fmla="val 107856"/>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1" name="Connector: Curved 20">
            <a:extLst>
              <a:ext uri="{FF2B5EF4-FFF2-40B4-BE49-F238E27FC236}">
                <a16:creationId xmlns:a16="http://schemas.microsoft.com/office/drawing/2014/main" id="{A681D183-5F61-4C98-983D-563A7DA10E83}"/>
              </a:ext>
            </a:extLst>
          </p:cNvPr>
          <p:cNvCxnSpPr>
            <a:cxnSpLocks/>
            <a:stCxn id="5" idx="5"/>
            <a:endCxn id="5" idx="7"/>
          </p:cNvCxnSpPr>
          <p:nvPr/>
        </p:nvCxnSpPr>
        <p:spPr>
          <a:xfrm rot="5400000" flipH="1">
            <a:off x="7650480" y="3023674"/>
            <a:ext cx="387948" cy="12700"/>
          </a:xfrm>
          <a:prstGeom prst="curvedConnector5">
            <a:avLst>
              <a:gd name="adj1" fmla="val -7856"/>
              <a:gd name="adj2" fmla="val -2367354"/>
              <a:gd name="adj3" fmla="val 111785"/>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nector: Curved 21">
            <a:extLst>
              <a:ext uri="{FF2B5EF4-FFF2-40B4-BE49-F238E27FC236}">
                <a16:creationId xmlns:a16="http://schemas.microsoft.com/office/drawing/2014/main" id="{EC003E0A-56A9-41F4-B3B6-A17485C64EBE}"/>
              </a:ext>
            </a:extLst>
          </p:cNvPr>
          <p:cNvCxnSpPr>
            <a:cxnSpLocks/>
            <a:stCxn id="6" idx="3"/>
            <a:endCxn id="6" idx="5"/>
          </p:cNvCxnSpPr>
          <p:nvPr/>
        </p:nvCxnSpPr>
        <p:spPr>
          <a:xfrm rot="16200000" flipH="1">
            <a:off x="5760720" y="4384405"/>
            <a:ext cx="12700" cy="387948"/>
          </a:xfrm>
          <a:prstGeom prst="curvedConnector3">
            <a:avLst>
              <a:gd name="adj1" fmla="val 2672646"/>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9ED53429-DF73-4780-B4C5-48A8D0E90ED3}"/>
              </a:ext>
            </a:extLst>
          </p:cNvPr>
          <p:cNvCxnSpPr>
            <a:stCxn id="8" idx="4"/>
            <a:endCxn id="7" idx="0"/>
          </p:cNvCxnSpPr>
          <p:nvPr/>
        </p:nvCxnSpPr>
        <p:spPr>
          <a:xfrm>
            <a:off x="7650480" y="4658725"/>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4582F5F2-A55A-4733-A875-062B9E78CB89}"/>
              </a:ext>
            </a:extLst>
          </p:cNvPr>
          <p:cNvCxnSpPr>
            <a:stCxn id="7" idx="1"/>
            <a:endCxn id="8" idx="3"/>
          </p:cNvCxnSpPr>
          <p:nvPr/>
        </p:nvCxnSpPr>
        <p:spPr>
          <a:xfrm flipV="1">
            <a:off x="7456506" y="4578379"/>
            <a:ext cx="0" cy="97278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CF9FEA6E-C758-4DB9-ADE5-415BEB1B9F69}"/>
              </a:ext>
            </a:extLst>
          </p:cNvPr>
          <p:cNvSpPr/>
          <p:nvPr/>
        </p:nvSpPr>
        <p:spPr>
          <a:xfrm rot="19648296">
            <a:off x="6014093" y="3355614"/>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26" name="Rectangle 25">
            <a:extLst>
              <a:ext uri="{FF2B5EF4-FFF2-40B4-BE49-F238E27FC236}">
                <a16:creationId xmlns:a16="http://schemas.microsoft.com/office/drawing/2014/main" id="{FD86B8D8-4423-48CD-A9C0-3F183538EBCE}"/>
              </a:ext>
            </a:extLst>
          </p:cNvPr>
          <p:cNvSpPr/>
          <p:nvPr/>
        </p:nvSpPr>
        <p:spPr>
          <a:xfrm>
            <a:off x="7376160" y="3489758"/>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L</a:t>
            </a:r>
            <a:endParaRPr lang="en-US" b="1" dirty="0">
              <a:latin typeface="Arial Narrow" panose="020B0606020202030204" pitchFamily="34" charset="0"/>
            </a:endParaRPr>
          </a:p>
        </p:txBody>
      </p:sp>
      <p:sp>
        <p:nvSpPr>
          <p:cNvPr id="27" name="Rectangle 26">
            <a:extLst>
              <a:ext uri="{FF2B5EF4-FFF2-40B4-BE49-F238E27FC236}">
                <a16:creationId xmlns:a16="http://schemas.microsoft.com/office/drawing/2014/main" id="{8515094B-7F4B-4956-B6A4-16E3986188A1}"/>
              </a:ext>
            </a:extLst>
          </p:cNvPr>
          <p:cNvSpPr/>
          <p:nvPr/>
        </p:nvSpPr>
        <p:spPr>
          <a:xfrm>
            <a:off x="4720595" y="345962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28" name="Rectangle 27">
            <a:extLst>
              <a:ext uri="{FF2B5EF4-FFF2-40B4-BE49-F238E27FC236}">
                <a16:creationId xmlns:a16="http://schemas.microsoft.com/office/drawing/2014/main" id="{7DEAA3B1-DEB5-4E6F-834A-5EF12F73B559}"/>
              </a:ext>
            </a:extLst>
          </p:cNvPr>
          <p:cNvSpPr/>
          <p:nvPr/>
        </p:nvSpPr>
        <p:spPr>
          <a:xfrm>
            <a:off x="3596640" y="4771831"/>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29" name="Rectangle 28">
            <a:extLst>
              <a:ext uri="{FF2B5EF4-FFF2-40B4-BE49-F238E27FC236}">
                <a16:creationId xmlns:a16="http://schemas.microsoft.com/office/drawing/2014/main" id="{2520CE82-3B34-47FE-BA2F-212029FD754E}"/>
              </a:ext>
            </a:extLst>
          </p:cNvPr>
          <p:cNvSpPr/>
          <p:nvPr/>
        </p:nvSpPr>
        <p:spPr>
          <a:xfrm>
            <a:off x="7285998" y="4968439"/>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0" name="Rectangle 29">
            <a:extLst>
              <a:ext uri="{FF2B5EF4-FFF2-40B4-BE49-F238E27FC236}">
                <a16:creationId xmlns:a16="http://schemas.microsoft.com/office/drawing/2014/main" id="{82C4415D-32E7-4AE1-AF73-0BBB390C14D7}"/>
              </a:ext>
            </a:extLst>
          </p:cNvPr>
          <p:cNvSpPr/>
          <p:nvPr/>
        </p:nvSpPr>
        <p:spPr>
          <a:xfrm>
            <a:off x="6336035" y="4743458"/>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a:t>
            </a: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1" name="Rectangle 30">
            <a:extLst>
              <a:ext uri="{FF2B5EF4-FFF2-40B4-BE49-F238E27FC236}">
                <a16:creationId xmlns:a16="http://schemas.microsoft.com/office/drawing/2014/main" id="{497D3EF4-631B-41C4-A7FF-40F584513187}"/>
              </a:ext>
            </a:extLst>
          </p:cNvPr>
          <p:cNvSpPr/>
          <p:nvPr/>
        </p:nvSpPr>
        <p:spPr>
          <a:xfrm>
            <a:off x="6224768" y="3991072"/>
            <a:ext cx="1059197" cy="33592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a:t>
            </a: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2" name="Rectangle 31">
            <a:extLst>
              <a:ext uri="{FF2B5EF4-FFF2-40B4-BE49-F238E27FC236}">
                <a16:creationId xmlns:a16="http://schemas.microsoft.com/office/drawing/2014/main" id="{C605D89A-A2C1-4A50-93F3-F244092E7C94}"/>
              </a:ext>
            </a:extLst>
          </p:cNvPr>
          <p:cNvSpPr/>
          <p:nvPr/>
        </p:nvSpPr>
        <p:spPr>
          <a:xfrm>
            <a:off x="7933179" y="2499331"/>
            <a:ext cx="1057774"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 0 </a:t>
            </a:r>
            <a:r>
              <a:rPr lang="en-US" b="1" dirty="0">
                <a:latin typeface="Arial Narrow" panose="020B0606020202030204" pitchFamily="34" charset="0"/>
                <a:sym typeface="Wingdings" panose="05000000000000000000" pitchFamily="2" charset="2"/>
              </a:rPr>
              <a:t> L</a:t>
            </a:r>
            <a:endParaRPr lang="en-US" b="1" dirty="0">
              <a:latin typeface="Arial Narrow" panose="020B0606020202030204" pitchFamily="34" charset="0"/>
            </a:endParaRPr>
          </a:p>
        </p:txBody>
      </p:sp>
      <p:sp>
        <p:nvSpPr>
          <p:cNvPr id="33" name="Rectangle 32">
            <a:extLst>
              <a:ext uri="{FF2B5EF4-FFF2-40B4-BE49-F238E27FC236}">
                <a16:creationId xmlns:a16="http://schemas.microsoft.com/office/drawing/2014/main" id="{678B67BE-190D-4D14-ABAC-B4A0AF0B4237}"/>
              </a:ext>
            </a:extLst>
          </p:cNvPr>
          <p:cNvSpPr/>
          <p:nvPr/>
        </p:nvSpPr>
        <p:spPr>
          <a:xfrm>
            <a:off x="8170934" y="4176106"/>
            <a:ext cx="827272"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4" name="Rectangle 33">
            <a:extLst>
              <a:ext uri="{FF2B5EF4-FFF2-40B4-BE49-F238E27FC236}">
                <a16:creationId xmlns:a16="http://schemas.microsoft.com/office/drawing/2014/main" id="{BBF1C963-0307-48F8-8E69-817D3B28F5AE}"/>
              </a:ext>
            </a:extLst>
          </p:cNvPr>
          <p:cNvSpPr/>
          <p:nvPr/>
        </p:nvSpPr>
        <p:spPr>
          <a:xfrm>
            <a:off x="8170934" y="5490361"/>
            <a:ext cx="820019" cy="38794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35" name="Rectangle 34">
            <a:extLst>
              <a:ext uri="{FF2B5EF4-FFF2-40B4-BE49-F238E27FC236}">
                <a16:creationId xmlns:a16="http://schemas.microsoft.com/office/drawing/2014/main" id="{3B31FB03-5E80-4774-BBB7-C517A651A781}"/>
              </a:ext>
            </a:extLst>
          </p:cNvPr>
          <p:cNvSpPr/>
          <p:nvPr/>
        </p:nvSpPr>
        <p:spPr>
          <a:xfrm>
            <a:off x="5128431" y="4831054"/>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36" name="Rectangle 35">
            <a:extLst>
              <a:ext uri="{FF2B5EF4-FFF2-40B4-BE49-F238E27FC236}">
                <a16:creationId xmlns:a16="http://schemas.microsoft.com/office/drawing/2014/main" id="{089F5D7E-13A3-4435-AFB9-6C6362955730}"/>
              </a:ext>
            </a:extLst>
          </p:cNvPr>
          <p:cNvSpPr/>
          <p:nvPr/>
        </p:nvSpPr>
        <p:spPr>
          <a:xfrm>
            <a:off x="4093853" y="402099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 </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37" name="Rectangle 36">
            <a:extLst>
              <a:ext uri="{FF2B5EF4-FFF2-40B4-BE49-F238E27FC236}">
                <a16:creationId xmlns:a16="http://schemas.microsoft.com/office/drawing/2014/main" id="{A408B8CC-FB1D-438D-B0F4-4FF18385C402}"/>
              </a:ext>
            </a:extLst>
          </p:cNvPr>
          <p:cNvSpPr/>
          <p:nvPr/>
        </p:nvSpPr>
        <p:spPr>
          <a:xfrm>
            <a:off x="4915873" y="570005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graphicFrame>
        <p:nvGraphicFramePr>
          <p:cNvPr id="58" name="Table 38">
            <a:extLst>
              <a:ext uri="{FF2B5EF4-FFF2-40B4-BE49-F238E27FC236}">
                <a16:creationId xmlns:a16="http://schemas.microsoft.com/office/drawing/2014/main" id="{4883FDB4-98F7-426A-9E78-D716C189D419}"/>
              </a:ext>
            </a:extLst>
          </p:cNvPr>
          <p:cNvGraphicFramePr>
            <a:graphicFrameLocks noGrp="1"/>
          </p:cNvGraphicFramePr>
          <p:nvPr>
            <p:extLst>
              <p:ext uri="{D42A27DB-BD31-4B8C-83A1-F6EECF244321}">
                <p14:modId xmlns:p14="http://schemas.microsoft.com/office/powerpoint/2010/main" val="1329894889"/>
              </p:ext>
            </p:extLst>
          </p:nvPr>
        </p:nvGraphicFramePr>
        <p:xfrm>
          <a:off x="27432" y="864563"/>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603556173"/>
                  </a:ext>
                </a:extLst>
              </a:tr>
            </a:tbl>
          </a:graphicData>
        </a:graphic>
      </p:graphicFrame>
      <p:graphicFrame>
        <p:nvGraphicFramePr>
          <p:cNvPr id="60" name="Table 38">
            <a:extLst>
              <a:ext uri="{FF2B5EF4-FFF2-40B4-BE49-F238E27FC236}">
                <a16:creationId xmlns:a16="http://schemas.microsoft.com/office/drawing/2014/main" id="{D3CCF1B5-5BEA-4763-BE19-4D98E6D60A56}"/>
              </a:ext>
            </a:extLst>
          </p:cNvPr>
          <p:cNvGraphicFramePr>
            <a:graphicFrameLocks noGrp="1"/>
          </p:cNvGraphicFramePr>
          <p:nvPr>
            <p:extLst>
              <p:ext uri="{D42A27DB-BD31-4B8C-83A1-F6EECF244321}">
                <p14:modId xmlns:p14="http://schemas.microsoft.com/office/powerpoint/2010/main" val="2388214077"/>
              </p:ext>
            </p:extLst>
          </p:nvPr>
        </p:nvGraphicFramePr>
        <p:xfrm>
          <a:off x="27432" y="1341374"/>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39" name="Table 38">
            <a:extLst>
              <a:ext uri="{FF2B5EF4-FFF2-40B4-BE49-F238E27FC236}">
                <a16:creationId xmlns:a16="http://schemas.microsoft.com/office/drawing/2014/main" id="{7ECA20DA-64A8-49E6-9AF2-443A31AF9434}"/>
              </a:ext>
            </a:extLst>
          </p:cNvPr>
          <p:cNvGraphicFramePr>
            <a:graphicFrameLocks noGrp="1"/>
          </p:cNvGraphicFramePr>
          <p:nvPr>
            <p:extLst>
              <p:ext uri="{D42A27DB-BD31-4B8C-83A1-F6EECF244321}">
                <p14:modId xmlns:p14="http://schemas.microsoft.com/office/powerpoint/2010/main" val="723637990"/>
              </p:ext>
            </p:extLst>
          </p:nvPr>
        </p:nvGraphicFramePr>
        <p:xfrm>
          <a:off x="27432" y="1813079"/>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0" name="Table 39">
            <a:extLst>
              <a:ext uri="{FF2B5EF4-FFF2-40B4-BE49-F238E27FC236}">
                <a16:creationId xmlns:a16="http://schemas.microsoft.com/office/drawing/2014/main" id="{E72D589E-026F-483A-966C-AE1E594967DC}"/>
              </a:ext>
            </a:extLst>
          </p:cNvPr>
          <p:cNvGraphicFramePr>
            <a:graphicFrameLocks noGrp="1"/>
          </p:cNvGraphicFramePr>
          <p:nvPr>
            <p:extLst>
              <p:ext uri="{D42A27DB-BD31-4B8C-83A1-F6EECF244321}">
                <p14:modId xmlns:p14="http://schemas.microsoft.com/office/powerpoint/2010/main" val="2504664046"/>
              </p:ext>
            </p:extLst>
          </p:nvPr>
        </p:nvGraphicFramePr>
        <p:xfrm>
          <a:off x="27432" y="2285262"/>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1" name="Table 40">
            <a:extLst>
              <a:ext uri="{FF2B5EF4-FFF2-40B4-BE49-F238E27FC236}">
                <a16:creationId xmlns:a16="http://schemas.microsoft.com/office/drawing/2014/main" id="{380A38A1-181D-4198-9D3D-257E139BD8D6}"/>
              </a:ext>
            </a:extLst>
          </p:cNvPr>
          <p:cNvGraphicFramePr>
            <a:graphicFrameLocks noGrp="1"/>
          </p:cNvGraphicFramePr>
          <p:nvPr>
            <p:extLst>
              <p:ext uri="{D42A27DB-BD31-4B8C-83A1-F6EECF244321}">
                <p14:modId xmlns:p14="http://schemas.microsoft.com/office/powerpoint/2010/main" val="3551873947"/>
              </p:ext>
            </p:extLst>
          </p:nvPr>
        </p:nvGraphicFramePr>
        <p:xfrm>
          <a:off x="27432" y="2757445"/>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3" name="Table 42">
            <a:extLst>
              <a:ext uri="{FF2B5EF4-FFF2-40B4-BE49-F238E27FC236}">
                <a16:creationId xmlns:a16="http://schemas.microsoft.com/office/drawing/2014/main" id="{F3D06DE8-DDE4-4B71-83D1-1888D0A61483}"/>
              </a:ext>
            </a:extLst>
          </p:cNvPr>
          <p:cNvGraphicFramePr>
            <a:graphicFrameLocks noGrp="1"/>
          </p:cNvGraphicFramePr>
          <p:nvPr>
            <p:extLst>
              <p:ext uri="{D42A27DB-BD31-4B8C-83A1-F6EECF244321}">
                <p14:modId xmlns:p14="http://schemas.microsoft.com/office/powerpoint/2010/main" val="4161754132"/>
              </p:ext>
            </p:extLst>
          </p:nvPr>
        </p:nvGraphicFramePr>
        <p:xfrm>
          <a:off x="27432" y="322829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5" name="Table 44">
            <a:extLst>
              <a:ext uri="{FF2B5EF4-FFF2-40B4-BE49-F238E27FC236}">
                <a16:creationId xmlns:a16="http://schemas.microsoft.com/office/drawing/2014/main" id="{32B65D26-CFCF-42C6-8C57-9A0B3423ACCA}"/>
              </a:ext>
            </a:extLst>
          </p:cNvPr>
          <p:cNvGraphicFramePr>
            <a:graphicFrameLocks noGrp="1"/>
          </p:cNvGraphicFramePr>
          <p:nvPr>
            <p:extLst>
              <p:ext uri="{D42A27DB-BD31-4B8C-83A1-F6EECF244321}">
                <p14:modId xmlns:p14="http://schemas.microsoft.com/office/powerpoint/2010/main" val="2269345303"/>
              </p:ext>
            </p:extLst>
          </p:nvPr>
        </p:nvGraphicFramePr>
        <p:xfrm>
          <a:off x="27432" y="3699490"/>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7" name="Table 46">
            <a:extLst>
              <a:ext uri="{FF2B5EF4-FFF2-40B4-BE49-F238E27FC236}">
                <a16:creationId xmlns:a16="http://schemas.microsoft.com/office/drawing/2014/main" id="{3E0592E2-0172-4FCB-B02C-11E93B64CBAB}"/>
              </a:ext>
            </a:extLst>
          </p:cNvPr>
          <p:cNvGraphicFramePr>
            <a:graphicFrameLocks noGrp="1"/>
          </p:cNvGraphicFramePr>
          <p:nvPr>
            <p:extLst>
              <p:ext uri="{D42A27DB-BD31-4B8C-83A1-F6EECF244321}">
                <p14:modId xmlns:p14="http://schemas.microsoft.com/office/powerpoint/2010/main" val="3675347362"/>
              </p:ext>
            </p:extLst>
          </p:nvPr>
        </p:nvGraphicFramePr>
        <p:xfrm>
          <a:off x="27432" y="4170684"/>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62" name="Table 61">
            <a:extLst>
              <a:ext uri="{FF2B5EF4-FFF2-40B4-BE49-F238E27FC236}">
                <a16:creationId xmlns:a16="http://schemas.microsoft.com/office/drawing/2014/main" id="{417108B8-5A6B-439D-9DB0-10EE922CA903}"/>
              </a:ext>
            </a:extLst>
          </p:cNvPr>
          <p:cNvGraphicFramePr>
            <a:graphicFrameLocks noGrp="1"/>
          </p:cNvGraphicFramePr>
          <p:nvPr>
            <p:extLst>
              <p:ext uri="{D42A27DB-BD31-4B8C-83A1-F6EECF244321}">
                <p14:modId xmlns:p14="http://schemas.microsoft.com/office/powerpoint/2010/main" val="894638090"/>
              </p:ext>
            </p:extLst>
          </p:nvPr>
        </p:nvGraphicFramePr>
        <p:xfrm>
          <a:off x="27432" y="464187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63" name="Table 62">
            <a:extLst>
              <a:ext uri="{FF2B5EF4-FFF2-40B4-BE49-F238E27FC236}">
                <a16:creationId xmlns:a16="http://schemas.microsoft.com/office/drawing/2014/main" id="{D5E62582-4D73-460D-8512-A4ECBF086E08}"/>
              </a:ext>
            </a:extLst>
          </p:cNvPr>
          <p:cNvGraphicFramePr>
            <a:graphicFrameLocks noGrp="1"/>
          </p:cNvGraphicFramePr>
          <p:nvPr>
            <p:extLst>
              <p:ext uri="{D42A27DB-BD31-4B8C-83A1-F6EECF244321}">
                <p14:modId xmlns:p14="http://schemas.microsoft.com/office/powerpoint/2010/main" val="2285013091"/>
              </p:ext>
            </p:extLst>
          </p:nvPr>
        </p:nvGraphicFramePr>
        <p:xfrm>
          <a:off x="27432" y="511428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sp>
        <p:nvSpPr>
          <p:cNvPr id="51" name="TextBox 50">
            <a:extLst>
              <a:ext uri="{FF2B5EF4-FFF2-40B4-BE49-F238E27FC236}">
                <a16:creationId xmlns:a16="http://schemas.microsoft.com/office/drawing/2014/main" id="{A9CFF7B0-D0DD-4D23-B722-82209687F6D7}"/>
              </a:ext>
            </a:extLst>
          </p:cNvPr>
          <p:cNvSpPr txBox="1"/>
          <p:nvPr/>
        </p:nvSpPr>
        <p:spPr>
          <a:xfrm>
            <a:off x="4422646" y="935678"/>
            <a:ext cx="3902204" cy="584775"/>
          </a:xfrm>
          <a:prstGeom prst="rect">
            <a:avLst/>
          </a:prstGeom>
          <a:noFill/>
        </p:spPr>
        <p:txBody>
          <a:bodyPr wrap="square">
            <a:spAutoFit/>
          </a:bodyPr>
          <a:lstStyle/>
          <a:p>
            <a:r>
              <a:rPr lang="en-US" sz="3200" b="1" dirty="0"/>
              <a:t>input: </a:t>
            </a:r>
            <a:r>
              <a:rPr lang="en-US" sz="3200" b="1" dirty="0">
                <a:latin typeface="Arial Narrow" panose="020B0606020202030204" pitchFamily="34" charset="0"/>
              </a:rPr>
              <a:t>00000000 (0</a:t>
            </a:r>
            <a:r>
              <a:rPr lang="en-US" sz="3200" b="1" baseline="30000" dirty="0">
                <a:latin typeface="Arial Narrow" panose="020B0606020202030204" pitchFamily="34" charset="0"/>
              </a:rPr>
              <a:t>2</a:t>
            </a:r>
            <a:r>
              <a:rPr lang="en-US" sz="3200" b="1" baseline="50000" dirty="0">
                <a:latin typeface="Arial Narrow" panose="020B0606020202030204" pitchFamily="34" charset="0"/>
              </a:rPr>
              <a:t>3</a:t>
            </a:r>
            <a:r>
              <a:rPr lang="en-US" sz="3200" b="1" dirty="0">
                <a:latin typeface="Arial Narrow" panose="020B0606020202030204" pitchFamily="34" charset="0"/>
              </a:rPr>
              <a:t>)</a:t>
            </a:r>
            <a:endParaRPr lang="en-US" sz="3200" b="1" baseline="50000" dirty="0">
              <a:latin typeface="Arial Narrow" panose="020B0606020202030204" pitchFamily="34" charset="0"/>
            </a:endParaRPr>
          </a:p>
        </p:txBody>
      </p:sp>
    </p:spTree>
    <p:extLst>
      <p:ext uri="{BB962C8B-B14F-4D97-AF65-F5344CB8AC3E}">
        <p14:creationId xmlns:p14="http://schemas.microsoft.com/office/powerpoint/2010/main" val="3817376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mph" presetSubtype="1" nodeType="withEffect">
                                  <p:stCondLst>
                                    <p:cond delay="0"/>
                                  </p:stCondLst>
                                  <p:childTnLst>
                                    <p:set>
                                      <p:cBhvr>
                                        <p:cTn id="6" dur="indefinite"/>
                                        <p:tgtEl>
                                          <p:spTgt spid="5"/>
                                        </p:tgtEl>
                                        <p:attrNameLst>
                                          <p:attrName>fillcolor</p:attrName>
                                        </p:attrNameLst>
                                      </p:cBhvr>
                                      <p:to>
                                        <p:clrVal>
                                          <a:srgbClr val="00B0F0"/>
                                        </p:clrVal>
                                      </p:to>
                                    </p:set>
                                    <p:set>
                                      <p:cBhvr>
                                        <p:cTn id="7" dur="indefinite"/>
                                        <p:tgtEl>
                                          <p:spTgt spid="5"/>
                                        </p:tgtEl>
                                        <p:attrNameLst>
                                          <p:attrName>fill.type</p:attrName>
                                        </p:attrNameLst>
                                      </p:cBhvr>
                                      <p:to>
                                        <p:strVal val="solid"/>
                                      </p:to>
                                    </p:set>
                                    <p:set>
                                      <p:cBhvr>
                                        <p:cTn id="8" dur="indefinite"/>
                                        <p:tgtEl>
                                          <p:spTgt spid="5"/>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mph" presetSubtype="1" nodeType="clickEffect">
                                  <p:stCondLst>
                                    <p:cond delay="0"/>
                                  </p:stCondLst>
                                  <p:childTnLst>
                                    <p:set>
                                      <p:cBhvr>
                                        <p:cTn id="40" dur="indefinite"/>
                                        <p:tgtEl>
                                          <p:spTgt spid="6"/>
                                        </p:tgtEl>
                                        <p:attrNameLst>
                                          <p:attrName>fillcolor</p:attrName>
                                        </p:attrNameLst>
                                      </p:cBhvr>
                                      <p:to>
                                        <p:clrVal>
                                          <a:srgbClr val="FFFF00"/>
                                        </p:clrVal>
                                      </p:to>
                                    </p:set>
                                    <p:set>
                                      <p:cBhvr>
                                        <p:cTn id="41" dur="indefinite"/>
                                        <p:tgtEl>
                                          <p:spTgt spid="6"/>
                                        </p:tgtEl>
                                        <p:attrNameLst>
                                          <p:attrName>fill.type</p:attrName>
                                        </p:attrNameLst>
                                      </p:cBhvr>
                                      <p:to>
                                        <p:strVal val="solid"/>
                                      </p:to>
                                    </p:set>
                                    <p:set>
                                      <p:cBhvr>
                                        <p:cTn id="42" dur="indefinite"/>
                                        <p:tgtEl>
                                          <p:spTgt spid="6"/>
                                        </p:tgtEl>
                                        <p:attrNameLst>
                                          <p:attrName>fill.on</p:attrName>
                                        </p:attrNameLst>
                                      </p:cBhvr>
                                      <p:to>
                                        <p:strVal val="tru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mph" presetSubtype="1" nodeType="clickEffect">
                                  <p:stCondLst>
                                    <p:cond delay="0"/>
                                  </p:stCondLst>
                                  <p:childTnLst>
                                    <p:set>
                                      <p:cBhvr>
                                        <p:cTn id="50" dur="indefinite"/>
                                        <p:tgtEl>
                                          <p:spTgt spid="5"/>
                                        </p:tgtEl>
                                        <p:attrNameLst>
                                          <p:attrName>fillcolor</p:attrName>
                                        </p:attrNameLst>
                                      </p:cBhvr>
                                      <p:to>
                                        <p:clrVal>
                                          <a:srgbClr val="FFFFFF"/>
                                        </p:clrVal>
                                      </p:to>
                                    </p:set>
                                    <p:set>
                                      <p:cBhvr>
                                        <p:cTn id="51" dur="indefinite"/>
                                        <p:tgtEl>
                                          <p:spTgt spid="5"/>
                                        </p:tgtEl>
                                        <p:attrNameLst>
                                          <p:attrName>fill.type</p:attrName>
                                        </p:attrNameLst>
                                      </p:cBhvr>
                                      <p:to>
                                        <p:strVal val="solid"/>
                                      </p:to>
                                    </p:set>
                                    <p:set>
                                      <p:cBhvr>
                                        <p:cTn id="52" dur="indefinite"/>
                                        <p:tgtEl>
                                          <p:spTgt spid="5"/>
                                        </p:tgtEl>
                                        <p:attrNameLst>
                                          <p:attrName>fill.on</p:attrName>
                                        </p:attrNameLst>
                                      </p:cBhvr>
                                      <p:to>
                                        <p:strVal val="true"/>
                                      </p:to>
                                    </p:set>
                                  </p:childTnLst>
                                </p:cTn>
                              </p:par>
                              <p:par>
                                <p:cTn id="53" presetID="1" presetClass="emph" presetSubtype="1" nodeType="withEffect">
                                  <p:stCondLst>
                                    <p:cond delay="0"/>
                                  </p:stCondLst>
                                  <p:childTnLst>
                                    <p:set>
                                      <p:cBhvr>
                                        <p:cTn id="54" dur="indefinite"/>
                                        <p:tgtEl>
                                          <p:spTgt spid="6"/>
                                        </p:tgtEl>
                                        <p:attrNameLst>
                                          <p:attrName>fillcolor</p:attrName>
                                        </p:attrNameLst>
                                      </p:cBhvr>
                                      <p:to>
                                        <p:clrVal>
                                          <a:srgbClr val="00B0F0"/>
                                        </p:clrVal>
                                      </p:to>
                                    </p:set>
                                    <p:set>
                                      <p:cBhvr>
                                        <p:cTn id="55" dur="indefinite"/>
                                        <p:tgtEl>
                                          <p:spTgt spid="6"/>
                                        </p:tgtEl>
                                        <p:attrNameLst>
                                          <p:attrName>fill.type</p:attrName>
                                        </p:attrNameLst>
                                      </p:cBhvr>
                                      <p:to>
                                        <p:strVal val="solid"/>
                                      </p:to>
                                    </p:set>
                                    <p:set>
                                      <p:cBhvr>
                                        <p:cTn id="56" dur="indefinite"/>
                                        <p:tgtEl>
                                          <p:spTgt spid="6"/>
                                        </p:tgtEl>
                                        <p:attrNameLst>
                                          <p:attrName>fill.on</p:attrName>
                                        </p:attrNameLst>
                                      </p:cBhvr>
                                      <p:to>
                                        <p:strVal val="tru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6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30"/>
                                  </p:stCondLst>
                                  <p:childTnLst>
                                    <p:set>
                                      <p:cBhvr>
                                        <p:cTn id="64" dur="1" fill="hold">
                                          <p:stCondLst>
                                            <p:cond delay="0"/>
                                          </p:stCondLst>
                                        </p:cTn>
                                        <p:tgtEl>
                                          <p:spTgt spid="62"/>
                                        </p:tgtEl>
                                        <p:attrNameLst>
                                          <p:attrName>style.visibility</p:attrName>
                                        </p:attrNameLst>
                                      </p:cBhvr>
                                      <p:to>
                                        <p:strVal val="hidden"/>
                                      </p:to>
                                    </p:set>
                                  </p:childTnLst>
                                </p:cTn>
                              </p:par>
                            </p:childTnLst>
                          </p:cTn>
                        </p:par>
                        <p:par>
                          <p:cTn id="65" fill="hold">
                            <p:stCondLst>
                              <p:cond delay="30"/>
                            </p:stCondLst>
                            <p:childTnLst>
                              <p:par>
                                <p:cTn id="66" presetID="1" presetClass="exit" presetSubtype="0" fill="hold" nodeType="afterEffect">
                                  <p:stCondLst>
                                    <p:cond delay="50"/>
                                  </p:stCondLst>
                                  <p:childTnLst>
                                    <p:set>
                                      <p:cBhvr>
                                        <p:cTn id="67" dur="1" fill="hold">
                                          <p:stCondLst>
                                            <p:cond delay="0"/>
                                          </p:stCondLst>
                                        </p:cTn>
                                        <p:tgtEl>
                                          <p:spTgt spid="47"/>
                                        </p:tgtEl>
                                        <p:attrNameLst>
                                          <p:attrName>style.visibility</p:attrName>
                                        </p:attrNameLst>
                                      </p:cBhvr>
                                      <p:to>
                                        <p:strVal val="hidden"/>
                                      </p:to>
                                    </p:set>
                                  </p:childTnLst>
                                </p:cTn>
                              </p:par>
                            </p:childTnLst>
                          </p:cTn>
                        </p:par>
                        <p:par>
                          <p:cTn id="68" fill="hold">
                            <p:stCondLst>
                              <p:cond delay="80"/>
                            </p:stCondLst>
                            <p:childTnLst>
                              <p:par>
                                <p:cTn id="69" presetID="1" presetClass="exit" presetSubtype="0" fill="hold" nodeType="afterEffect">
                                  <p:stCondLst>
                                    <p:cond delay="70"/>
                                  </p:stCondLst>
                                  <p:childTnLst>
                                    <p:set>
                                      <p:cBhvr>
                                        <p:cTn id="70" dur="1" fill="hold">
                                          <p:stCondLst>
                                            <p:cond delay="0"/>
                                          </p:stCondLst>
                                        </p:cTn>
                                        <p:tgtEl>
                                          <p:spTgt spid="45"/>
                                        </p:tgtEl>
                                        <p:attrNameLst>
                                          <p:attrName>style.visibility</p:attrName>
                                        </p:attrNameLst>
                                      </p:cBhvr>
                                      <p:to>
                                        <p:strVal val="hidden"/>
                                      </p:to>
                                    </p:set>
                                  </p:childTnLst>
                                </p:cTn>
                              </p:par>
                            </p:childTnLst>
                          </p:cTn>
                        </p:par>
                        <p:par>
                          <p:cTn id="71" fill="hold">
                            <p:stCondLst>
                              <p:cond delay="150"/>
                            </p:stCondLst>
                            <p:childTnLst>
                              <p:par>
                                <p:cTn id="72" presetID="1" presetClass="exit" presetSubtype="0" fill="hold" nodeType="afterEffect">
                                  <p:stCondLst>
                                    <p:cond delay="90"/>
                                  </p:stCondLst>
                                  <p:childTnLst>
                                    <p:set>
                                      <p:cBhvr>
                                        <p:cTn id="73" dur="1" fill="hold">
                                          <p:stCondLst>
                                            <p:cond delay="0"/>
                                          </p:stCondLst>
                                        </p:cTn>
                                        <p:tgtEl>
                                          <p:spTgt spid="43"/>
                                        </p:tgtEl>
                                        <p:attrNameLst>
                                          <p:attrName>style.visibility</p:attrName>
                                        </p:attrNameLst>
                                      </p:cBhvr>
                                      <p:to>
                                        <p:strVal val="hidden"/>
                                      </p:to>
                                    </p:set>
                                  </p:childTnLst>
                                </p:cTn>
                              </p:par>
                            </p:childTnLst>
                          </p:cTn>
                        </p:par>
                        <p:par>
                          <p:cTn id="74" fill="hold">
                            <p:stCondLst>
                              <p:cond delay="240"/>
                            </p:stCondLst>
                            <p:childTnLst>
                              <p:par>
                                <p:cTn id="75" presetID="1" presetClass="exit" presetSubtype="0" fill="hold" nodeType="afterEffect">
                                  <p:stCondLst>
                                    <p:cond delay="110"/>
                                  </p:stCondLst>
                                  <p:childTnLst>
                                    <p:set>
                                      <p:cBhvr>
                                        <p:cTn id="76" dur="1" fill="hold">
                                          <p:stCondLst>
                                            <p:cond delay="0"/>
                                          </p:stCondLst>
                                        </p:cTn>
                                        <p:tgtEl>
                                          <p:spTgt spid="41"/>
                                        </p:tgtEl>
                                        <p:attrNameLst>
                                          <p:attrName>style.visibility</p:attrName>
                                        </p:attrNameLst>
                                      </p:cBhvr>
                                      <p:to>
                                        <p:strVal val="hidden"/>
                                      </p:to>
                                    </p:set>
                                  </p:childTnLst>
                                </p:cTn>
                              </p:par>
                            </p:childTnLst>
                          </p:cTn>
                        </p:par>
                        <p:par>
                          <p:cTn id="77" fill="hold">
                            <p:stCondLst>
                              <p:cond delay="350"/>
                            </p:stCondLst>
                            <p:childTnLst>
                              <p:par>
                                <p:cTn id="78" presetID="1" presetClass="exit" presetSubtype="0" fill="hold" nodeType="afterEffect">
                                  <p:stCondLst>
                                    <p:cond delay="130"/>
                                  </p:stCondLst>
                                  <p:childTnLst>
                                    <p:set>
                                      <p:cBhvr>
                                        <p:cTn id="79" dur="1" fill="hold">
                                          <p:stCondLst>
                                            <p:cond delay="0"/>
                                          </p:stCondLst>
                                        </p:cTn>
                                        <p:tgtEl>
                                          <p:spTgt spid="40"/>
                                        </p:tgtEl>
                                        <p:attrNameLst>
                                          <p:attrName>style.visibility</p:attrName>
                                        </p:attrNameLst>
                                      </p:cBhvr>
                                      <p:to>
                                        <p:strVal val="hidden"/>
                                      </p:to>
                                    </p:set>
                                  </p:childTnLst>
                                </p:cTn>
                              </p:par>
                            </p:childTnLst>
                          </p:cTn>
                        </p:par>
                        <p:par>
                          <p:cTn id="80" fill="hold">
                            <p:stCondLst>
                              <p:cond delay="480"/>
                            </p:stCondLst>
                            <p:childTnLst>
                              <p:par>
                                <p:cTn id="81" presetID="1" presetClass="exit" presetSubtype="0" fill="hold" nodeType="afterEffect">
                                  <p:stCondLst>
                                    <p:cond delay="150"/>
                                  </p:stCondLst>
                                  <p:childTnLst>
                                    <p:set>
                                      <p:cBhvr>
                                        <p:cTn id="82" dur="1" fill="hold">
                                          <p:stCondLst>
                                            <p:cond delay="0"/>
                                          </p:stCondLst>
                                        </p:cTn>
                                        <p:tgtEl>
                                          <p:spTgt spid="39"/>
                                        </p:tgtEl>
                                        <p:attrNameLst>
                                          <p:attrName>style.visibility</p:attrName>
                                        </p:attrNameLst>
                                      </p:cBhvr>
                                      <p:to>
                                        <p:strVal val="hidden"/>
                                      </p:to>
                                    </p:set>
                                  </p:childTnLst>
                                </p:cTn>
                              </p:par>
                            </p:childTnLst>
                          </p:cTn>
                        </p:par>
                        <p:par>
                          <p:cTn id="83" fill="hold">
                            <p:stCondLst>
                              <p:cond delay="630"/>
                            </p:stCondLst>
                            <p:childTnLst>
                              <p:par>
                                <p:cTn id="84" presetID="1" presetClass="exit" presetSubtype="0" fill="hold" nodeType="afterEffect">
                                  <p:stCondLst>
                                    <p:cond delay="170"/>
                                  </p:stCondLst>
                                  <p:childTnLst>
                                    <p:set>
                                      <p:cBhvr>
                                        <p:cTn id="85" dur="1" fill="hold">
                                          <p:stCondLst>
                                            <p:cond delay="0"/>
                                          </p:stCondLst>
                                        </p:cTn>
                                        <p:tgtEl>
                                          <p:spTgt spid="60"/>
                                        </p:tgtEl>
                                        <p:attrNameLst>
                                          <p:attrName>style.visibility</p:attrName>
                                        </p:attrNameLst>
                                      </p:cBhvr>
                                      <p:to>
                                        <p:strVal val="hidden"/>
                                      </p:to>
                                    </p:set>
                                  </p:childTnLst>
                                </p:cTn>
                              </p:par>
                            </p:childTnLst>
                          </p:cTn>
                        </p:par>
                        <p:par>
                          <p:cTn id="86" fill="hold">
                            <p:stCondLst>
                              <p:cond delay="800"/>
                            </p:stCondLst>
                            <p:childTnLst>
                              <p:par>
                                <p:cTn id="87" presetID="1" presetClass="exit" presetSubtype="0" fill="hold" nodeType="afterEffect">
                                  <p:stCondLst>
                                    <p:cond delay="210"/>
                                  </p:stCondLst>
                                  <p:childTnLst>
                                    <p:set>
                                      <p:cBhvr>
                                        <p:cTn id="88" dur="1" fill="hold">
                                          <p:stCondLst>
                                            <p:cond delay="0"/>
                                          </p:stCondLst>
                                        </p:cTn>
                                        <p:tgtEl>
                                          <p:spTgt spid="58"/>
                                        </p:tgtEl>
                                        <p:attrNameLst>
                                          <p:attrName>style.visibility</p:attrName>
                                        </p:attrNameLst>
                                      </p:cBhvr>
                                      <p:to>
                                        <p:strVal val="hidden"/>
                                      </p:to>
                                    </p:set>
                                  </p:childTnLst>
                                </p:cTn>
                              </p:par>
                              <p:par>
                                <p:cTn id="89" presetID="64" presetClass="path" presetSubtype="0" accel="50000" decel="50000" fill="hold" nodeType="withEffect">
                                  <p:stCondLst>
                                    <p:cond delay="0"/>
                                  </p:stCondLst>
                                  <p:childTnLst>
                                    <p:animMotion origin="layout" path="M -3.88889E-6 2.96296E-6 L 0.00261 -0.61713 " pathEditMode="relative" rAng="0" ptsTypes="AA">
                                      <p:cBhvr>
                                        <p:cTn id="90" dur="1400" fill="hold"/>
                                        <p:tgtEl>
                                          <p:spTgt spid="63"/>
                                        </p:tgtEl>
                                        <p:attrNameLst>
                                          <p:attrName>ppt_x</p:attrName>
                                          <p:attrName>ppt_y</p:attrName>
                                        </p:attrNameLst>
                                      </p:cBhvr>
                                      <p:rCtr x="122" y="-308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C761FD5-5D77-40D5-8319-00668A8B98BF}"/>
              </a:ext>
            </a:extLst>
          </p:cNvPr>
          <p:cNvSpPr>
            <a:spLocks noGrp="1"/>
          </p:cNvSpPr>
          <p:nvPr>
            <p:ph type="ftr" sz="quarter" idx="11"/>
          </p:nvPr>
        </p:nvSpPr>
        <p:spPr/>
        <p:txBody>
          <a:bodyPr/>
          <a:lstStyle/>
          <a:p>
            <a:r>
              <a:rPr lang="en-US"/>
              <a:t>CSC3113: Theory of Computation</a:t>
            </a:r>
          </a:p>
        </p:txBody>
      </p:sp>
      <p:sp>
        <p:nvSpPr>
          <p:cNvPr id="50" name="Text Placeholder 49">
            <a:extLst>
              <a:ext uri="{FF2B5EF4-FFF2-40B4-BE49-F238E27FC236}">
                <a16:creationId xmlns:a16="http://schemas.microsoft.com/office/drawing/2014/main" id="{51A955DE-6C23-4E9A-9765-777D54D8D160}"/>
              </a:ext>
            </a:extLst>
          </p:cNvPr>
          <p:cNvSpPr>
            <a:spLocks noGrp="1"/>
          </p:cNvSpPr>
          <p:nvPr>
            <p:ph type="body" sz="quarter" idx="12"/>
          </p:nvPr>
        </p:nvSpPr>
        <p:spPr/>
        <p:txBody>
          <a:bodyPr/>
          <a:lstStyle/>
          <a:p>
            <a:r>
              <a:rPr lang="en-US" dirty="0">
                <a:solidFill>
                  <a:srgbClr val="FF0000"/>
                </a:solidFill>
              </a:rPr>
              <a:t>Configuration for </a:t>
            </a:r>
            <a:r>
              <a:rPr lang="en-US" altLang="en-US" dirty="0">
                <a:solidFill>
                  <a:srgbClr val="FF0000"/>
                </a:solidFill>
                <a:latin typeface="Cambria Math" panose="02040503050406030204" pitchFamily="18" charset="0"/>
                <a:ea typeface="Cambria Math" panose="02040503050406030204" pitchFamily="18" charset="0"/>
              </a:rPr>
              <a:t>A = { 0</a:t>
            </a:r>
            <a:r>
              <a:rPr lang="en-US" altLang="en-US" baseline="30000" dirty="0">
                <a:solidFill>
                  <a:srgbClr val="FF0000"/>
                </a:solidFill>
                <a:latin typeface="Cambria Math" panose="02040503050406030204" pitchFamily="18" charset="0"/>
                <a:ea typeface="Cambria Math" panose="02040503050406030204" pitchFamily="18" charset="0"/>
              </a:rPr>
              <a:t>j</a:t>
            </a:r>
            <a:r>
              <a:rPr lang="en-US" altLang="en-US" dirty="0">
                <a:solidFill>
                  <a:srgbClr val="FF0000"/>
                </a:solidFill>
                <a:latin typeface="Cambria Math" panose="02040503050406030204" pitchFamily="18" charset="0"/>
                <a:ea typeface="Cambria Math" panose="02040503050406030204" pitchFamily="18" charset="0"/>
              </a:rPr>
              <a:t> | j=2</a:t>
            </a:r>
            <a:r>
              <a:rPr lang="en-US" altLang="en-US" baseline="30000" dirty="0">
                <a:solidFill>
                  <a:srgbClr val="FF0000"/>
                </a:solidFill>
                <a:latin typeface="Cambria Math" panose="02040503050406030204" pitchFamily="18" charset="0"/>
                <a:ea typeface="Cambria Math" panose="02040503050406030204" pitchFamily="18" charset="0"/>
              </a:rPr>
              <a:t>n</a:t>
            </a:r>
            <a:r>
              <a:rPr lang="en-US" altLang="en-US" dirty="0">
                <a:solidFill>
                  <a:srgbClr val="FF0000"/>
                </a:solidFill>
                <a:latin typeface="Cambria Math" panose="02040503050406030204" pitchFamily="18" charset="0"/>
                <a:ea typeface="Cambria Math" panose="02040503050406030204" pitchFamily="18" charset="0"/>
              </a:rPr>
              <a:t> }</a:t>
            </a:r>
            <a:r>
              <a:rPr lang="en-US" dirty="0">
                <a:solidFill>
                  <a:srgbClr val="FF0000"/>
                </a:solidFill>
              </a:rPr>
              <a:t> </a:t>
            </a:r>
            <a:endParaRPr lang="en-US" baseline="50000" dirty="0">
              <a:solidFill>
                <a:srgbClr val="FF0000"/>
              </a:solidFill>
              <a:latin typeface="Arial Narrow" panose="020B0606020202030204" pitchFamily="34" charset="0"/>
            </a:endParaRPr>
          </a:p>
        </p:txBody>
      </p:sp>
      <p:sp>
        <p:nvSpPr>
          <p:cNvPr id="4" name="Oval 3">
            <a:extLst>
              <a:ext uri="{FF2B5EF4-FFF2-40B4-BE49-F238E27FC236}">
                <a16:creationId xmlns:a16="http://schemas.microsoft.com/office/drawing/2014/main" id="{E2E2C774-CF0F-44C4-8E5C-55D105BA3EC8}"/>
              </a:ext>
            </a:extLst>
          </p:cNvPr>
          <p:cNvSpPr/>
          <p:nvPr/>
        </p:nvSpPr>
        <p:spPr>
          <a:xfrm>
            <a:off x="5486400" y="2749354"/>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Arial Narrow" panose="020B0606020202030204" pitchFamily="34" charset="0"/>
              </a:rPr>
              <a:t>q</a:t>
            </a:r>
            <a:r>
              <a:rPr lang="en-US" b="1" baseline="-25000" dirty="0" err="1">
                <a:latin typeface="Arial Narrow" panose="020B0606020202030204" pitchFamily="34" charset="0"/>
              </a:rPr>
              <a:t>A</a:t>
            </a:r>
            <a:endParaRPr lang="en-US" b="1" baseline="-25000" dirty="0">
              <a:latin typeface="Arial Narrow" panose="020B0606020202030204" pitchFamily="34" charset="0"/>
            </a:endParaRPr>
          </a:p>
        </p:txBody>
      </p:sp>
      <p:sp>
        <p:nvSpPr>
          <p:cNvPr id="5" name="Oval 4">
            <a:extLst>
              <a:ext uri="{FF2B5EF4-FFF2-40B4-BE49-F238E27FC236}">
                <a16:creationId xmlns:a16="http://schemas.microsoft.com/office/drawing/2014/main" id="{1F834E2D-FF4C-41CA-A0B6-6AF320720D64}"/>
              </a:ext>
            </a:extLst>
          </p:cNvPr>
          <p:cNvSpPr/>
          <p:nvPr/>
        </p:nvSpPr>
        <p:spPr>
          <a:xfrm>
            <a:off x="7376160" y="2749354"/>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4</a:t>
            </a:r>
          </a:p>
        </p:txBody>
      </p:sp>
      <p:sp>
        <p:nvSpPr>
          <p:cNvPr id="6" name="Oval 5">
            <a:extLst>
              <a:ext uri="{FF2B5EF4-FFF2-40B4-BE49-F238E27FC236}">
                <a16:creationId xmlns:a16="http://schemas.microsoft.com/office/drawing/2014/main" id="{A31A4AB9-47B9-4416-BCEC-DC6878A3422C}"/>
              </a:ext>
            </a:extLst>
          </p:cNvPr>
          <p:cNvSpPr/>
          <p:nvPr/>
        </p:nvSpPr>
        <p:spPr>
          <a:xfrm>
            <a:off x="5486400" y="4110085"/>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1</a:t>
            </a:r>
          </a:p>
        </p:txBody>
      </p:sp>
      <p:sp>
        <p:nvSpPr>
          <p:cNvPr id="7" name="Oval 6">
            <a:extLst>
              <a:ext uri="{FF2B5EF4-FFF2-40B4-BE49-F238E27FC236}">
                <a16:creationId xmlns:a16="http://schemas.microsoft.com/office/drawing/2014/main" id="{725378D2-5D23-415E-BF06-ECEB1E6493D9}"/>
              </a:ext>
            </a:extLst>
          </p:cNvPr>
          <p:cNvSpPr/>
          <p:nvPr/>
        </p:nvSpPr>
        <p:spPr>
          <a:xfrm>
            <a:off x="7376160" y="5470816"/>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3</a:t>
            </a:r>
          </a:p>
        </p:txBody>
      </p:sp>
      <p:sp>
        <p:nvSpPr>
          <p:cNvPr id="8" name="Oval 7">
            <a:extLst>
              <a:ext uri="{FF2B5EF4-FFF2-40B4-BE49-F238E27FC236}">
                <a16:creationId xmlns:a16="http://schemas.microsoft.com/office/drawing/2014/main" id="{046E0741-C1D7-4E82-8582-AC39471CD1F7}"/>
              </a:ext>
            </a:extLst>
          </p:cNvPr>
          <p:cNvSpPr/>
          <p:nvPr/>
        </p:nvSpPr>
        <p:spPr>
          <a:xfrm>
            <a:off x="7376160" y="4110085"/>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2</a:t>
            </a:r>
          </a:p>
        </p:txBody>
      </p:sp>
      <p:sp>
        <p:nvSpPr>
          <p:cNvPr id="9" name="Oval 8">
            <a:extLst>
              <a:ext uri="{FF2B5EF4-FFF2-40B4-BE49-F238E27FC236}">
                <a16:creationId xmlns:a16="http://schemas.microsoft.com/office/drawing/2014/main" id="{40C10580-E238-4569-833D-BC6EB368394B}"/>
              </a:ext>
            </a:extLst>
          </p:cNvPr>
          <p:cNvSpPr/>
          <p:nvPr/>
        </p:nvSpPr>
        <p:spPr>
          <a:xfrm>
            <a:off x="3596640" y="5470816"/>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Arial Narrow" panose="020B0606020202030204" pitchFamily="34" charset="0"/>
              </a:rPr>
              <a:t>q</a:t>
            </a:r>
            <a:r>
              <a:rPr lang="en-US" b="1" baseline="-25000" dirty="0" err="1">
                <a:latin typeface="Arial Narrow" panose="020B0606020202030204" pitchFamily="34" charset="0"/>
              </a:rPr>
              <a:t>R</a:t>
            </a:r>
            <a:endParaRPr lang="en-US" b="1" baseline="-25000" dirty="0">
              <a:latin typeface="Arial Narrow" panose="020B0606020202030204" pitchFamily="34" charset="0"/>
            </a:endParaRPr>
          </a:p>
        </p:txBody>
      </p:sp>
      <p:sp>
        <p:nvSpPr>
          <p:cNvPr id="10" name="Oval 9">
            <a:extLst>
              <a:ext uri="{FF2B5EF4-FFF2-40B4-BE49-F238E27FC236}">
                <a16:creationId xmlns:a16="http://schemas.microsoft.com/office/drawing/2014/main" id="{2696CA53-2CF9-4956-BA56-036D5EB605C2}"/>
              </a:ext>
            </a:extLst>
          </p:cNvPr>
          <p:cNvSpPr/>
          <p:nvPr/>
        </p:nvSpPr>
        <p:spPr>
          <a:xfrm>
            <a:off x="3596640" y="4114628"/>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0</a:t>
            </a:r>
          </a:p>
        </p:txBody>
      </p:sp>
      <p:cxnSp>
        <p:nvCxnSpPr>
          <p:cNvPr id="11" name="Straight Arrow Connector 10">
            <a:extLst>
              <a:ext uri="{FF2B5EF4-FFF2-40B4-BE49-F238E27FC236}">
                <a16:creationId xmlns:a16="http://schemas.microsoft.com/office/drawing/2014/main" id="{F638212D-75C7-44FD-A3D1-E63955C704B7}"/>
              </a:ext>
            </a:extLst>
          </p:cNvPr>
          <p:cNvCxnSpPr>
            <a:cxnSpLocks/>
            <a:endCxn id="10" idx="0"/>
          </p:cNvCxnSpPr>
          <p:nvPr/>
        </p:nvCxnSpPr>
        <p:spPr>
          <a:xfrm>
            <a:off x="3847719" y="3429000"/>
            <a:ext cx="23241" cy="6856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82630F6-91DD-4B89-B014-706A531D2B54}"/>
              </a:ext>
            </a:extLst>
          </p:cNvPr>
          <p:cNvCxnSpPr>
            <a:stCxn id="10" idx="6"/>
            <a:endCxn id="6" idx="2"/>
          </p:cNvCxnSpPr>
          <p:nvPr/>
        </p:nvCxnSpPr>
        <p:spPr>
          <a:xfrm flipV="1">
            <a:off x="4145280" y="4384405"/>
            <a:ext cx="1341120" cy="454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41E24812-CEF5-428C-9956-6BE2B13AA0EC}"/>
              </a:ext>
            </a:extLst>
          </p:cNvPr>
          <p:cNvCxnSpPr>
            <a:stCxn id="6" idx="6"/>
            <a:endCxn id="8" idx="2"/>
          </p:cNvCxnSpPr>
          <p:nvPr/>
        </p:nvCxnSpPr>
        <p:spPr>
          <a:xfrm>
            <a:off x="6035040" y="4384405"/>
            <a:ext cx="1341120"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2BFC7E3-806B-4A4C-B5AD-1112DBFB6E78}"/>
              </a:ext>
            </a:extLst>
          </p:cNvPr>
          <p:cNvCxnSpPr>
            <a:stCxn id="8" idx="0"/>
            <a:endCxn id="5" idx="4"/>
          </p:cNvCxnSpPr>
          <p:nvPr/>
        </p:nvCxnSpPr>
        <p:spPr>
          <a:xfrm flipV="1">
            <a:off x="7650480" y="3297994"/>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D7EE6ACF-2E81-4455-BCD9-DCFB771A94B5}"/>
              </a:ext>
            </a:extLst>
          </p:cNvPr>
          <p:cNvCxnSpPr>
            <a:stCxn id="6" idx="0"/>
            <a:endCxn id="4" idx="4"/>
          </p:cNvCxnSpPr>
          <p:nvPr/>
        </p:nvCxnSpPr>
        <p:spPr>
          <a:xfrm flipV="1">
            <a:off x="5760720" y="3297994"/>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D8CA3F80-7E1C-4903-A165-21DEACF3E4B5}"/>
              </a:ext>
            </a:extLst>
          </p:cNvPr>
          <p:cNvCxnSpPr>
            <a:stCxn id="5" idx="3"/>
            <a:endCxn id="6" idx="7"/>
          </p:cNvCxnSpPr>
          <p:nvPr/>
        </p:nvCxnSpPr>
        <p:spPr>
          <a:xfrm flipH="1">
            <a:off x="5954694" y="3217648"/>
            <a:ext cx="1501812" cy="97278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D468032-F5C7-452B-918A-9A9A8ADCBCB8}"/>
              </a:ext>
            </a:extLst>
          </p:cNvPr>
          <p:cNvCxnSpPr>
            <a:stCxn id="10" idx="4"/>
            <a:endCxn id="9" idx="0"/>
          </p:cNvCxnSpPr>
          <p:nvPr/>
        </p:nvCxnSpPr>
        <p:spPr>
          <a:xfrm>
            <a:off x="3870960" y="4663268"/>
            <a:ext cx="0" cy="80754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5B84AFC0-6A71-486E-BE57-08E42F98C8D2}"/>
              </a:ext>
            </a:extLst>
          </p:cNvPr>
          <p:cNvCxnSpPr>
            <a:stCxn id="7" idx="2"/>
            <a:endCxn id="9" idx="6"/>
          </p:cNvCxnSpPr>
          <p:nvPr/>
        </p:nvCxnSpPr>
        <p:spPr>
          <a:xfrm flipH="1">
            <a:off x="4145280" y="5745136"/>
            <a:ext cx="3230880"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Connector: Curved 18">
            <a:extLst>
              <a:ext uri="{FF2B5EF4-FFF2-40B4-BE49-F238E27FC236}">
                <a16:creationId xmlns:a16="http://schemas.microsoft.com/office/drawing/2014/main" id="{66A2340D-3B1C-4342-8F05-A47CC2F18A2D}"/>
              </a:ext>
            </a:extLst>
          </p:cNvPr>
          <p:cNvCxnSpPr>
            <a:cxnSpLocks/>
            <a:stCxn id="8" idx="7"/>
            <a:endCxn id="8" idx="5"/>
          </p:cNvCxnSpPr>
          <p:nvPr/>
        </p:nvCxnSpPr>
        <p:spPr>
          <a:xfrm rot="16200000" flipH="1">
            <a:off x="7650480" y="4384405"/>
            <a:ext cx="387948" cy="12700"/>
          </a:xfrm>
          <a:prstGeom prst="curvedConnector5">
            <a:avLst>
              <a:gd name="adj1" fmla="val -7856"/>
              <a:gd name="adj2" fmla="val 2727354"/>
              <a:gd name="adj3" fmla="val 111785"/>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84F00D01-CD34-4FC6-9F97-CF139AEDE3DF}"/>
              </a:ext>
            </a:extLst>
          </p:cNvPr>
          <p:cNvCxnSpPr>
            <a:cxnSpLocks/>
            <a:stCxn id="7" idx="7"/>
            <a:endCxn id="7" idx="5"/>
          </p:cNvCxnSpPr>
          <p:nvPr/>
        </p:nvCxnSpPr>
        <p:spPr>
          <a:xfrm rot="16200000" flipH="1">
            <a:off x="7650480" y="5745136"/>
            <a:ext cx="387948" cy="12700"/>
          </a:xfrm>
          <a:prstGeom prst="curvedConnector5">
            <a:avLst>
              <a:gd name="adj1" fmla="val -11785"/>
              <a:gd name="adj2" fmla="val 2847354"/>
              <a:gd name="adj3" fmla="val 107856"/>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1" name="Connector: Curved 20">
            <a:extLst>
              <a:ext uri="{FF2B5EF4-FFF2-40B4-BE49-F238E27FC236}">
                <a16:creationId xmlns:a16="http://schemas.microsoft.com/office/drawing/2014/main" id="{A681D183-5F61-4C98-983D-563A7DA10E83}"/>
              </a:ext>
            </a:extLst>
          </p:cNvPr>
          <p:cNvCxnSpPr>
            <a:cxnSpLocks/>
            <a:stCxn id="5" idx="5"/>
            <a:endCxn id="5" idx="7"/>
          </p:cNvCxnSpPr>
          <p:nvPr/>
        </p:nvCxnSpPr>
        <p:spPr>
          <a:xfrm rot="5400000" flipH="1">
            <a:off x="7650480" y="3023674"/>
            <a:ext cx="387948" cy="12700"/>
          </a:xfrm>
          <a:prstGeom prst="curvedConnector5">
            <a:avLst>
              <a:gd name="adj1" fmla="val -7856"/>
              <a:gd name="adj2" fmla="val -2367354"/>
              <a:gd name="adj3" fmla="val 111785"/>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nector: Curved 21">
            <a:extLst>
              <a:ext uri="{FF2B5EF4-FFF2-40B4-BE49-F238E27FC236}">
                <a16:creationId xmlns:a16="http://schemas.microsoft.com/office/drawing/2014/main" id="{EC003E0A-56A9-41F4-B3B6-A17485C64EBE}"/>
              </a:ext>
            </a:extLst>
          </p:cNvPr>
          <p:cNvCxnSpPr>
            <a:cxnSpLocks/>
            <a:stCxn id="6" idx="3"/>
            <a:endCxn id="6" idx="5"/>
          </p:cNvCxnSpPr>
          <p:nvPr/>
        </p:nvCxnSpPr>
        <p:spPr>
          <a:xfrm rot="16200000" flipH="1">
            <a:off x="5760720" y="4384405"/>
            <a:ext cx="12700" cy="387948"/>
          </a:xfrm>
          <a:prstGeom prst="curvedConnector3">
            <a:avLst>
              <a:gd name="adj1" fmla="val 2672646"/>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9ED53429-DF73-4780-B4C5-48A8D0E90ED3}"/>
              </a:ext>
            </a:extLst>
          </p:cNvPr>
          <p:cNvCxnSpPr>
            <a:stCxn id="8" idx="4"/>
            <a:endCxn id="7" idx="0"/>
          </p:cNvCxnSpPr>
          <p:nvPr/>
        </p:nvCxnSpPr>
        <p:spPr>
          <a:xfrm>
            <a:off x="7650480" y="4658725"/>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4582F5F2-A55A-4733-A875-062B9E78CB89}"/>
              </a:ext>
            </a:extLst>
          </p:cNvPr>
          <p:cNvCxnSpPr>
            <a:stCxn id="7" idx="1"/>
            <a:endCxn id="8" idx="3"/>
          </p:cNvCxnSpPr>
          <p:nvPr/>
        </p:nvCxnSpPr>
        <p:spPr>
          <a:xfrm flipV="1">
            <a:off x="7456506" y="4578379"/>
            <a:ext cx="0" cy="97278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CF9FEA6E-C758-4DB9-ADE5-415BEB1B9F69}"/>
              </a:ext>
            </a:extLst>
          </p:cNvPr>
          <p:cNvSpPr/>
          <p:nvPr/>
        </p:nvSpPr>
        <p:spPr>
          <a:xfrm rot="19648296">
            <a:off x="6014093" y="3355614"/>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26" name="Rectangle 25">
            <a:extLst>
              <a:ext uri="{FF2B5EF4-FFF2-40B4-BE49-F238E27FC236}">
                <a16:creationId xmlns:a16="http://schemas.microsoft.com/office/drawing/2014/main" id="{FD86B8D8-4423-48CD-A9C0-3F183538EBCE}"/>
              </a:ext>
            </a:extLst>
          </p:cNvPr>
          <p:cNvSpPr/>
          <p:nvPr/>
        </p:nvSpPr>
        <p:spPr>
          <a:xfrm>
            <a:off x="7376160" y="3489758"/>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L</a:t>
            </a:r>
            <a:endParaRPr lang="en-US" b="1" dirty="0">
              <a:latin typeface="Arial Narrow" panose="020B0606020202030204" pitchFamily="34" charset="0"/>
            </a:endParaRPr>
          </a:p>
        </p:txBody>
      </p:sp>
      <p:sp>
        <p:nvSpPr>
          <p:cNvPr id="27" name="Rectangle 26">
            <a:extLst>
              <a:ext uri="{FF2B5EF4-FFF2-40B4-BE49-F238E27FC236}">
                <a16:creationId xmlns:a16="http://schemas.microsoft.com/office/drawing/2014/main" id="{8515094B-7F4B-4956-B6A4-16E3986188A1}"/>
              </a:ext>
            </a:extLst>
          </p:cNvPr>
          <p:cNvSpPr/>
          <p:nvPr/>
        </p:nvSpPr>
        <p:spPr>
          <a:xfrm>
            <a:off x="4720595" y="345962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28" name="Rectangle 27">
            <a:extLst>
              <a:ext uri="{FF2B5EF4-FFF2-40B4-BE49-F238E27FC236}">
                <a16:creationId xmlns:a16="http://schemas.microsoft.com/office/drawing/2014/main" id="{7DEAA3B1-DEB5-4E6F-834A-5EF12F73B559}"/>
              </a:ext>
            </a:extLst>
          </p:cNvPr>
          <p:cNvSpPr/>
          <p:nvPr/>
        </p:nvSpPr>
        <p:spPr>
          <a:xfrm>
            <a:off x="3596640" y="4771831"/>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29" name="Rectangle 28">
            <a:extLst>
              <a:ext uri="{FF2B5EF4-FFF2-40B4-BE49-F238E27FC236}">
                <a16:creationId xmlns:a16="http://schemas.microsoft.com/office/drawing/2014/main" id="{2520CE82-3B34-47FE-BA2F-212029FD754E}"/>
              </a:ext>
            </a:extLst>
          </p:cNvPr>
          <p:cNvSpPr/>
          <p:nvPr/>
        </p:nvSpPr>
        <p:spPr>
          <a:xfrm>
            <a:off x="7285998" y="4968439"/>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0" name="Rectangle 29">
            <a:extLst>
              <a:ext uri="{FF2B5EF4-FFF2-40B4-BE49-F238E27FC236}">
                <a16:creationId xmlns:a16="http://schemas.microsoft.com/office/drawing/2014/main" id="{82C4415D-32E7-4AE1-AF73-0BBB390C14D7}"/>
              </a:ext>
            </a:extLst>
          </p:cNvPr>
          <p:cNvSpPr/>
          <p:nvPr/>
        </p:nvSpPr>
        <p:spPr>
          <a:xfrm>
            <a:off x="6336035" y="4743458"/>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a:t>
            </a: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1" name="Rectangle 30">
            <a:extLst>
              <a:ext uri="{FF2B5EF4-FFF2-40B4-BE49-F238E27FC236}">
                <a16:creationId xmlns:a16="http://schemas.microsoft.com/office/drawing/2014/main" id="{497D3EF4-631B-41C4-A7FF-40F584513187}"/>
              </a:ext>
            </a:extLst>
          </p:cNvPr>
          <p:cNvSpPr/>
          <p:nvPr/>
        </p:nvSpPr>
        <p:spPr>
          <a:xfrm>
            <a:off x="6224768" y="3991072"/>
            <a:ext cx="1059197" cy="33592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a:t>
            </a: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2" name="Rectangle 31">
            <a:extLst>
              <a:ext uri="{FF2B5EF4-FFF2-40B4-BE49-F238E27FC236}">
                <a16:creationId xmlns:a16="http://schemas.microsoft.com/office/drawing/2014/main" id="{C605D89A-A2C1-4A50-93F3-F244092E7C94}"/>
              </a:ext>
            </a:extLst>
          </p:cNvPr>
          <p:cNvSpPr/>
          <p:nvPr/>
        </p:nvSpPr>
        <p:spPr>
          <a:xfrm>
            <a:off x="7933179" y="2499331"/>
            <a:ext cx="1057774"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 0 </a:t>
            </a:r>
            <a:r>
              <a:rPr lang="en-US" b="1" dirty="0">
                <a:latin typeface="Arial Narrow" panose="020B0606020202030204" pitchFamily="34" charset="0"/>
                <a:sym typeface="Wingdings" panose="05000000000000000000" pitchFamily="2" charset="2"/>
              </a:rPr>
              <a:t> L</a:t>
            </a:r>
            <a:endParaRPr lang="en-US" b="1" dirty="0">
              <a:latin typeface="Arial Narrow" panose="020B0606020202030204" pitchFamily="34" charset="0"/>
            </a:endParaRPr>
          </a:p>
        </p:txBody>
      </p:sp>
      <p:sp>
        <p:nvSpPr>
          <p:cNvPr id="33" name="Rectangle 32">
            <a:extLst>
              <a:ext uri="{FF2B5EF4-FFF2-40B4-BE49-F238E27FC236}">
                <a16:creationId xmlns:a16="http://schemas.microsoft.com/office/drawing/2014/main" id="{678B67BE-190D-4D14-ABAC-B4A0AF0B4237}"/>
              </a:ext>
            </a:extLst>
          </p:cNvPr>
          <p:cNvSpPr/>
          <p:nvPr/>
        </p:nvSpPr>
        <p:spPr>
          <a:xfrm>
            <a:off x="8170934" y="4176106"/>
            <a:ext cx="827272"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4" name="Rectangle 33">
            <a:extLst>
              <a:ext uri="{FF2B5EF4-FFF2-40B4-BE49-F238E27FC236}">
                <a16:creationId xmlns:a16="http://schemas.microsoft.com/office/drawing/2014/main" id="{BBF1C963-0307-48F8-8E69-817D3B28F5AE}"/>
              </a:ext>
            </a:extLst>
          </p:cNvPr>
          <p:cNvSpPr/>
          <p:nvPr/>
        </p:nvSpPr>
        <p:spPr>
          <a:xfrm>
            <a:off x="8170934" y="5490361"/>
            <a:ext cx="820019" cy="38794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35" name="Rectangle 34">
            <a:extLst>
              <a:ext uri="{FF2B5EF4-FFF2-40B4-BE49-F238E27FC236}">
                <a16:creationId xmlns:a16="http://schemas.microsoft.com/office/drawing/2014/main" id="{3B31FB03-5E80-4774-BBB7-C517A651A781}"/>
              </a:ext>
            </a:extLst>
          </p:cNvPr>
          <p:cNvSpPr/>
          <p:nvPr/>
        </p:nvSpPr>
        <p:spPr>
          <a:xfrm>
            <a:off x="5128431" y="4831054"/>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36" name="Rectangle 35">
            <a:extLst>
              <a:ext uri="{FF2B5EF4-FFF2-40B4-BE49-F238E27FC236}">
                <a16:creationId xmlns:a16="http://schemas.microsoft.com/office/drawing/2014/main" id="{089F5D7E-13A3-4435-AFB9-6C6362955730}"/>
              </a:ext>
            </a:extLst>
          </p:cNvPr>
          <p:cNvSpPr/>
          <p:nvPr/>
        </p:nvSpPr>
        <p:spPr>
          <a:xfrm>
            <a:off x="4093853" y="402099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 </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37" name="Rectangle 36">
            <a:extLst>
              <a:ext uri="{FF2B5EF4-FFF2-40B4-BE49-F238E27FC236}">
                <a16:creationId xmlns:a16="http://schemas.microsoft.com/office/drawing/2014/main" id="{A408B8CC-FB1D-438D-B0F4-4FF18385C402}"/>
              </a:ext>
            </a:extLst>
          </p:cNvPr>
          <p:cNvSpPr/>
          <p:nvPr/>
        </p:nvSpPr>
        <p:spPr>
          <a:xfrm>
            <a:off x="4915873" y="570005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graphicFrame>
        <p:nvGraphicFramePr>
          <p:cNvPr id="58" name="Table 38">
            <a:extLst>
              <a:ext uri="{FF2B5EF4-FFF2-40B4-BE49-F238E27FC236}">
                <a16:creationId xmlns:a16="http://schemas.microsoft.com/office/drawing/2014/main" id="{4883FDB4-98F7-426A-9E78-D716C189D419}"/>
              </a:ext>
            </a:extLst>
          </p:cNvPr>
          <p:cNvGraphicFramePr>
            <a:graphicFrameLocks noGrp="1"/>
          </p:cNvGraphicFramePr>
          <p:nvPr>
            <p:extLst>
              <p:ext uri="{D42A27DB-BD31-4B8C-83A1-F6EECF244321}">
                <p14:modId xmlns:p14="http://schemas.microsoft.com/office/powerpoint/2010/main" val="3192934682"/>
              </p:ext>
            </p:extLst>
          </p:nvPr>
        </p:nvGraphicFramePr>
        <p:xfrm>
          <a:off x="27432" y="864563"/>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60" name="Table 38">
            <a:extLst>
              <a:ext uri="{FF2B5EF4-FFF2-40B4-BE49-F238E27FC236}">
                <a16:creationId xmlns:a16="http://schemas.microsoft.com/office/drawing/2014/main" id="{D3CCF1B5-5BEA-4763-BE19-4D98E6D60A56}"/>
              </a:ext>
            </a:extLst>
          </p:cNvPr>
          <p:cNvGraphicFramePr>
            <a:graphicFrameLocks noGrp="1"/>
          </p:cNvGraphicFramePr>
          <p:nvPr>
            <p:extLst>
              <p:ext uri="{D42A27DB-BD31-4B8C-83A1-F6EECF244321}">
                <p14:modId xmlns:p14="http://schemas.microsoft.com/office/powerpoint/2010/main" val="1294490258"/>
              </p:ext>
            </p:extLst>
          </p:nvPr>
        </p:nvGraphicFramePr>
        <p:xfrm>
          <a:off x="27432" y="1341374"/>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39" name="Table 38">
            <a:extLst>
              <a:ext uri="{FF2B5EF4-FFF2-40B4-BE49-F238E27FC236}">
                <a16:creationId xmlns:a16="http://schemas.microsoft.com/office/drawing/2014/main" id="{7ECA20DA-64A8-49E6-9AF2-443A31AF9434}"/>
              </a:ext>
            </a:extLst>
          </p:cNvPr>
          <p:cNvGraphicFramePr>
            <a:graphicFrameLocks noGrp="1"/>
          </p:cNvGraphicFramePr>
          <p:nvPr>
            <p:extLst>
              <p:ext uri="{D42A27DB-BD31-4B8C-83A1-F6EECF244321}">
                <p14:modId xmlns:p14="http://schemas.microsoft.com/office/powerpoint/2010/main" val="176069613"/>
              </p:ext>
            </p:extLst>
          </p:nvPr>
        </p:nvGraphicFramePr>
        <p:xfrm>
          <a:off x="27432" y="134416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0" name="Table 39">
            <a:extLst>
              <a:ext uri="{FF2B5EF4-FFF2-40B4-BE49-F238E27FC236}">
                <a16:creationId xmlns:a16="http://schemas.microsoft.com/office/drawing/2014/main" id="{E72D589E-026F-483A-966C-AE1E594967DC}"/>
              </a:ext>
            </a:extLst>
          </p:cNvPr>
          <p:cNvGraphicFramePr>
            <a:graphicFrameLocks noGrp="1"/>
          </p:cNvGraphicFramePr>
          <p:nvPr>
            <p:extLst>
              <p:ext uri="{D42A27DB-BD31-4B8C-83A1-F6EECF244321}">
                <p14:modId xmlns:p14="http://schemas.microsoft.com/office/powerpoint/2010/main" val="876461569"/>
              </p:ext>
            </p:extLst>
          </p:nvPr>
        </p:nvGraphicFramePr>
        <p:xfrm>
          <a:off x="27432" y="1821739"/>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3</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1" name="Table 40">
            <a:extLst>
              <a:ext uri="{FF2B5EF4-FFF2-40B4-BE49-F238E27FC236}">
                <a16:creationId xmlns:a16="http://schemas.microsoft.com/office/drawing/2014/main" id="{380A38A1-181D-4198-9D3D-257E139BD8D6}"/>
              </a:ext>
            </a:extLst>
          </p:cNvPr>
          <p:cNvGraphicFramePr>
            <a:graphicFrameLocks noGrp="1"/>
          </p:cNvGraphicFramePr>
          <p:nvPr>
            <p:extLst>
              <p:ext uri="{D42A27DB-BD31-4B8C-83A1-F6EECF244321}">
                <p14:modId xmlns:p14="http://schemas.microsoft.com/office/powerpoint/2010/main" val="1623694167"/>
              </p:ext>
            </p:extLst>
          </p:nvPr>
        </p:nvGraphicFramePr>
        <p:xfrm>
          <a:off x="27432" y="181965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3</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3" name="Table 42">
            <a:extLst>
              <a:ext uri="{FF2B5EF4-FFF2-40B4-BE49-F238E27FC236}">
                <a16:creationId xmlns:a16="http://schemas.microsoft.com/office/drawing/2014/main" id="{F3D06DE8-DDE4-4B71-83D1-1888D0A61483}"/>
              </a:ext>
            </a:extLst>
          </p:cNvPr>
          <p:cNvGraphicFramePr>
            <a:graphicFrameLocks noGrp="1"/>
          </p:cNvGraphicFramePr>
          <p:nvPr>
            <p:extLst>
              <p:ext uri="{D42A27DB-BD31-4B8C-83A1-F6EECF244321}">
                <p14:modId xmlns:p14="http://schemas.microsoft.com/office/powerpoint/2010/main" val="754065526"/>
              </p:ext>
            </p:extLst>
          </p:nvPr>
        </p:nvGraphicFramePr>
        <p:xfrm>
          <a:off x="27432" y="2304130"/>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5" name="Table 44">
            <a:extLst>
              <a:ext uri="{FF2B5EF4-FFF2-40B4-BE49-F238E27FC236}">
                <a16:creationId xmlns:a16="http://schemas.microsoft.com/office/drawing/2014/main" id="{32B65D26-CFCF-42C6-8C57-9A0B3423ACCA}"/>
              </a:ext>
            </a:extLst>
          </p:cNvPr>
          <p:cNvGraphicFramePr>
            <a:graphicFrameLocks noGrp="1"/>
          </p:cNvGraphicFramePr>
          <p:nvPr>
            <p:extLst>
              <p:ext uri="{D42A27DB-BD31-4B8C-83A1-F6EECF244321}">
                <p14:modId xmlns:p14="http://schemas.microsoft.com/office/powerpoint/2010/main" val="3261210406"/>
              </p:ext>
            </p:extLst>
          </p:nvPr>
        </p:nvGraphicFramePr>
        <p:xfrm>
          <a:off x="27432" y="230428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03556173"/>
                  </a:ext>
                </a:extLst>
              </a:tr>
            </a:tbl>
          </a:graphicData>
        </a:graphic>
      </p:graphicFrame>
      <p:graphicFrame>
        <p:nvGraphicFramePr>
          <p:cNvPr id="47" name="Table 46">
            <a:extLst>
              <a:ext uri="{FF2B5EF4-FFF2-40B4-BE49-F238E27FC236}">
                <a16:creationId xmlns:a16="http://schemas.microsoft.com/office/drawing/2014/main" id="{3E0592E2-0172-4FCB-B02C-11E93B64CBAB}"/>
              </a:ext>
            </a:extLst>
          </p:cNvPr>
          <p:cNvGraphicFramePr>
            <a:graphicFrameLocks noGrp="1"/>
          </p:cNvGraphicFramePr>
          <p:nvPr>
            <p:extLst>
              <p:ext uri="{D42A27DB-BD31-4B8C-83A1-F6EECF244321}">
                <p14:modId xmlns:p14="http://schemas.microsoft.com/office/powerpoint/2010/main" val="3073949405"/>
              </p:ext>
            </p:extLst>
          </p:nvPr>
        </p:nvGraphicFramePr>
        <p:xfrm>
          <a:off x="27432" y="277977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603556173"/>
                  </a:ext>
                </a:extLst>
              </a:tr>
            </a:tbl>
          </a:graphicData>
        </a:graphic>
      </p:graphicFrame>
      <p:graphicFrame>
        <p:nvGraphicFramePr>
          <p:cNvPr id="62" name="Table 61">
            <a:extLst>
              <a:ext uri="{FF2B5EF4-FFF2-40B4-BE49-F238E27FC236}">
                <a16:creationId xmlns:a16="http://schemas.microsoft.com/office/drawing/2014/main" id="{417108B8-5A6B-439D-9DB0-10EE922CA903}"/>
              </a:ext>
            </a:extLst>
          </p:cNvPr>
          <p:cNvGraphicFramePr>
            <a:graphicFrameLocks noGrp="1"/>
          </p:cNvGraphicFramePr>
          <p:nvPr>
            <p:extLst>
              <p:ext uri="{D42A27DB-BD31-4B8C-83A1-F6EECF244321}">
                <p14:modId xmlns:p14="http://schemas.microsoft.com/office/powerpoint/2010/main" val="116316829"/>
              </p:ext>
            </p:extLst>
          </p:nvPr>
        </p:nvGraphicFramePr>
        <p:xfrm>
          <a:off x="27432" y="277977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63" name="Table 62">
            <a:extLst>
              <a:ext uri="{FF2B5EF4-FFF2-40B4-BE49-F238E27FC236}">
                <a16:creationId xmlns:a16="http://schemas.microsoft.com/office/drawing/2014/main" id="{D5E62582-4D73-460D-8512-A4ECBF086E08}"/>
              </a:ext>
            </a:extLst>
          </p:cNvPr>
          <p:cNvGraphicFramePr>
            <a:graphicFrameLocks noGrp="1"/>
          </p:cNvGraphicFramePr>
          <p:nvPr>
            <p:extLst>
              <p:ext uri="{D42A27DB-BD31-4B8C-83A1-F6EECF244321}">
                <p14:modId xmlns:p14="http://schemas.microsoft.com/office/powerpoint/2010/main" val="2535951476"/>
              </p:ext>
            </p:extLst>
          </p:nvPr>
        </p:nvGraphicFramePr>
        <p:xfrm>
          <a:off x="27432" y="277977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38" name="Table 37">
            <a:extLst>
              <a:ext uri="{FF2B5EF4-FFF2-40B4-BE49-F238E27FC236}">
                <a16:creationId xmlns:a16="http://schemas.microsoft.com/office/drawing/2014/main" id="{CAC64462-03F3-4D2F-9316-C63384F0E296}"/>
              </a:ext>
            </a:extLst>
          </p:cNvPr>
          <p:cNvGraphicFramePr>
            <a:graphicFrameLocks noGrp="1"/>
          </p:cNvGraphicFramePr>
          <p:nvPr>
            <p:extLst>
              <p:ext uri="{D42A27DB-BD31-4B8C-83A1-F6EECF244321}">
                <p14:modId xmlns:p14="http://schemas.microsoft.com/office/powerpoint/2010/main" val="3396374828"/>
              </p:ext>
            </p:extLst>
          </p:nvPr>
        </p:nvGraphicFramePr>
        <p:xfrm>
          <a:off x="27432" y="277977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0</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2" name="Table 41">
            <a:extLst>
              <a:ext uri="{FF2B5EF4-FFF2-40B4-BE49-F238E27FC236}">
                <a16:creationId xmlns:a16="http://schemas.microsoft.com/office/drawing/2014/main" id="{4C19E996-EC0E-4FF5-BDBE-FABD83ACABD4}"/>
              </a:ext>
            </a:extLst>
          </p:cNvPr>
          <p:cNvGraphicFramePr>
            <a:graphicFrameLocks noGrp="1"/>
          </p:cNvGraphicFramePr>
          <p:nvPr>
            <p:extLst>
              <p:ext uri="{D42A27DB-BD31-4B8C-83A1-F6EECF244321}">
                <p14:modId xmlns:p14="http://schemas.microsoft.com/office/powerpoint/2010/main" val="4257682160"/>
              </p:ext>
            </p:extLst>
          </p:nvPr>
        </p:nvGraphicFramePr>
        <p:xfrm>
          <a:off x="27432" y="277977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0</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4" name="Table 43">
            <a:extLst>
              <a:ext uri="{FF2B5EF4-FFF2-40B4-BE49-F238E27FC236}">
                <a16:creationId xmlns:a16="http://schemas.microsoft.com/office/drawing/2014/main" id="{21F9C3E4-0FB6-41EE-8F33-5D2D5EBB9238}"/>
              </a:ext>
            </a:extLst>
          </p:cNvPr>
          <p:cNvGraphicFramePr>
            <a:graphicFrameLocks noGrp="1"/>
          </p:cNvGraphicFramePr>
          <p:nvPr>
            <p:extLst>
              <p:ext uri="{D42A27DB-BD31-4B8C-83A1-F6EECF244321}">
                <p14:modId xmlns:p14="http://schemas.microsoft.com/office/powerpoint/2010/main" val="4216751288"/>
              </p:ext>
            </p:extLst>
          </p:nvPr>
        </p:nvGraphicFramePr>
        <p:xfrm>
          <a:off x="27432" y="277977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0</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6" name="Table 45">
            <a:extLst>
              <a:ext uri="{FF2B5EF4-FFF2-40B4-BE49-F238E27FC236}">
                <a16:creationId xmlns:a16="http://schemas.microsoft.com/office/drawing/2014/main" id="{B0F51768-C8F6-446E-8F92-F2FA67B9A1B1}"/>
              </a:ext>
            </a:extLst>
          </p:cNvPr>
          <p:cNvGraphicFramePr>
            <a:graphicFrameLocks noGrp="1"/>
          </p:cNvGraphicFramePr>
          <p:nvPr>
            <p:extLst>
              <p:ext uri="{D42A27DB-BD31-4B8C-83A1-F6EECF244321}">
                <p14:modId xmlns:p14="http://schemas.microsoft.com/office/powerpoint/2010/main" val="3792286074"/>
              </p:ext>
            </p:extLst>
          </p:nvPr>
        </p:nvGraphicFramePr>
        <p:xfrm>
          <a:off x="27432" y="277977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0</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9" name="Table 48">
            <a:extLst>
              <a:ext uri="{FF2B5EF4-FFF2-40B4-BE49-F238E27FC236}">
                <a16:creationId xmlns:a16="http://schemas.microsoft.com/office/drawing/2014/main" id="{7A52ECD6-A656-41C8-914D-4893584D1E81}"/>
              </a:ext>
            </a:extLst>
          </p:cNvPr>
          <p:cNvGraphicFramePr>
            <a:graphicFrameLocks noGrp="1"/>
          </p:cNvGraphicFramePr>
          <p:nvPr>
            <p:extLst>
              <p:ext uri="{D42A27DB-BD31-4B8C-83A1-F6EECF244321}">
                <p14:modId xmlns:p14="http://schemas.microsoft.com/office/powerpoint/2010/main" val="3194231517"/>
              </p:ext>
            </p:extLst>
          </p:nvPr>
        </p:nvGraphicFramePr>
        <p:xfrm>
          <a:off x="27432" y="277977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0</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51" name="Table 50">
            <a:extLst>
              <a:ext uri="{FF2B5EF4-FFF2-40B4-BE49-F238E27FC236}">
                <a16:creationId xmlns:a16="http://schemas.microsoft.com/office/drawing/2014/main" id="{3A7048CE-2C7B-40A7-A2E1-CA7B8D83E308}"/>
              </a:ext>
            </a:extLst>
          </p:cNvPr>
          <p:cNvGraphicFramePr>
            <a:graphicFrameLocks noGrp="1"/>
          </p:cNvGraphicFramePr>
          <p:nvPr>
            <p:extLst>
              <p:ext uri="{D42A27DB-BD31-4B8C-83A1-F6EECF244321}">
                <p14:modId xmlns:p14="http://schemas.microsoft.com/office/powerpoint/2010/main" val="901222929"/>
              </p:ext>
            </p:extLst>
          </p:nvPr>
        </p:nvGraphicFramePr>
        <p:xfrm>
          <a:off x="27432" y="3255264"/>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53" name="Table 52">
            <a:extLst>
              <a:ext uri="{FF2B5EF4-FFF2-40B4-BE49-F238E27FC236}">
                <a16:creationId xmlns:a16="http://schemas.microsoft.com/office/drawing/2014/main" id="{318A7911-7B9C-4B22-B50C-9055C307606D}"/>
              </a:ext>
            </a:extLst>
          </p:cNvPr>
          <p:cNvGraphicFramePr>
            <a:graphicFrameLocks noGrp="1"/>
          </p:cNvGraphicFramePr>
          <p:nvPr>
            <p:extLst>
              <p:ext uri="{D42A27DB-BD31-4B8C-83A1-F6EECF244321}">
                <p14:modId xmlns:p14="http://schemas.microsoft.com/office/powerpoint/2010/main" val="673470205"/>
              </p:ext>
            </p:extLst>
          </p:nvPr>
        </p:nvGraphicFramePr>
        <p:xfrm>
          <a:off x="27432" y="3255264"/>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55" name="Table 54">
            <a:extLst>
              <a:ext uri="{FF2B5EF4-FFF2-40B4-BE49-F238E27FC236}">
                <a16:creationId xmlns:a16="http://schemas.microsoft.com/office/drawing/2014/main" id="{F64845E7-5934-47D7-AC8A-A2F480DFD838}"/>
              </a:ext>
            </a:extLst>
          </p:cNvPr>
          <p:cNvGraphicFramePr>
            <a:graphicFrameLocks noGrp="1"/>
          </p:cNvGraphicFramePr>
          <p:nvPr>
            <p:extLst>
              <p:ext uri="{D42A27DB-BD31-4B8C-83A1-F6EECF244321}">
                <p14:modId xmlns:p14="http://schemas.microsoft.com/office/powerpoint/2010/main" val="1573295539"/>
              </p:ext>
            </p:extLst>
          </p:nvPr>
        </p:nvGraphicFramePr>
        <p:xfrm>
          <a:off x="27432" y="3255264"/>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57" name="Table 56">
            <a:extLst>
              <a:ext uri="{FF2B5EF4-FFF2-40B4-BE49-F238E27FC236}">
                <a16:creationId xmlns:a16="http://schemas.microsoft.com/office/drawing/2014/main" id="{DFFAFE77-2494-450B-9261-4FDCF152FCEF}"/>
              </a:ext>
            </a:extLst>
          </p:cNvPr>
          <p:cNvGraphicFramePr>
            <a:graphicFrameLocks noGrp="1"/>
          </p:cNvGraphicFramePr>
          <p:nvPr>
            <p:extLst>
              <p:ext uri="{D42A27DB-BD31-4B8C-83A1-F6EECF244321}">
                <p14:modId xmlns:p14="http://schemas.microsoft.com/office/powerpoint/2010/main" val="772262651"/>
              </p:ext>
            </p:extLst>
          </p:nvPr>
        </p:nvGraphicFramePr>
        <p:xfrm>
          <a:off x="27432" y="3723403"/>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66" name="Table 65">
            <a:extLst>
              <a:ext uri="{FF2B5EF4-FFF2-40B4-BE49-F238E27FC236}">
                <a16:creationId xmlns:a16="http://schemas.microsoft.com/office/drawing/2014/main" id="{CE7F186E-1025-4464-9F87-E38817545C90}"/>
              </a:ext>
            </a:extLst>
          </p:cNvPr>
          <p:cNvGraphicFramePr>
            <a:graphicFrameLocks noGrp="1"/>
          </p:cNvGraphicFramePr>
          <p:nvPr>
            <p:extLst>
              <p:ext uri="{D42A27DB-BD31-4B8C-83A1-F6EECF244321}">
                <p14:modId xmlns:p14="http://schemas.microsoft.com/office/powerpoint/2010/main" val="1452772565"/>
              </p:ext>
            </p:extLst>
          </p:nvPr>
        </p:nvGraphicFramePr>
        <p:xfrm>
          <a:off x="27432" y="372160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67" name="Table 66">
            <a:extLst>
              <a:ext uri="{FF2B5EF4-FFF2-40B4-BE49-F238E27FC236}">
                <a16:creationId xmlns:a16="http://schemas.microsoft.com/office/drawing/2014/main" id="{D23BB91A-18E9-40F5-85AD-9CEDDB924012}"/>
              </a:ext>
            </a:extLst>
          </p:cNvPr>
          <p:cNvGraphicFramePr>
            <a:graphicFrameLocks noGrp="1"/>
          </p:cNvGraphicFramePr>
          <p:nvPr>
            <p:extLst>
              <p:ext uri="{D42A27DB-BD31-4B8C-83A1-F6EECF244321}">
                <p14:modId xmlns:p14="http://schemas.microsoft.com/office/powerpoint/2010/main" val="2781460509"/>
              </p:ext>
            </p:extLst>
          </p:nvPr>
        </p:nvGraphicFramePr>
        <p:xfrm>
          <a:off x="27432" y="372160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68" name="Table 67">
            <a:extLst>
              <a:ext uri="{FF2B5EF4-FFF2-40B4-BE49-F238E27FC236}">
                <a16:creationId xmlns:a16="http://schemas.microsoft.com/office/drawing/2014/main" id="{B474ED57-41C8-4EBE-8C46-1AF41EDB6BAE}"/>
              </a:ext>
            </a:extLst>
          </p:cNvPr>
          <p:cNvGraphicFramePr>
            <a:graphicFrameLocks noGrp="1"/>
          </p:cNvGraphicFramePr>
          <p:nvPr>
            <p:extLst>
              <p:ext uri="{D42A27DB-BD31-4B8C-83A1-F6EECF244321}">
                <p14:modId xmlns:p14="http://schemas.microsoft.com/office/powerpoint/2010/main" val="3403308657"/>
              </p:ext>
            </p:extLst>
          </p:nvPr>
        </p:nvGraphicFramePr>
        <p:xfrm>
          <a:off x="27432" y="372160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69" name="Table 68">
            <a:extLst>
              <a:ext uri="{FF2B5EF4-FFF2-40B4-BE49-F238E27FC236}">
                <a16:creationId xmlns:a16="http://schemas.microsoft.com/office/drawing/2014/main" id="{AAE2C5BA-FBFB-499E-B503-ECF395292A86}"/>
              </a:ext>
            </a:extLst>
          </p:cNvPr>
          <p:cNvGraphicFramePr>
            <a:graphicFrameLocks noGrp="1"/>
          </p:cNvGraphicFramePr>
          <p:nvPr>
            <p:extLst>
              <p:ext uri="{D42A27DB-BD31-4B8C-83A1-F6EECF244321}">
                <p14:modId xmlns:p14="http://schemas.microsoft.com/office/powerpoint/2010/main" val="2495640096"/>
              </p:ext>
            </p:extLst>
          </p:nvPr>
        </p:nvGraphicFramePr>
        <p:xfrm>
          <a:off x="27432" y="372160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03556173"/>
                  </a:ext>
                </a:extLst>
              </a:tr>
            </a:tbl>
          </a:graphicData>
        </a:graphic>
      </p:graphicFrame>
      <p:graphicFrame>
        <p:nvGraphicFramePr>
          <p:cNvPr id="70" name="Table 69">
            <a:extLst>
              <a:ext uri="{FF2B5EF4-FFF2-40B4-BE49-F238E27FC236}">
                <a16:creationId xmlns:a16="http://schemas.microsoft.com/office/drawing/2014/main" id="{870B6057-49A8-42AD-AA22-E17492F06F3D}"/>
              </a:ext>
            </a:extLst>
          </p:cNvPr>
          <p:cNvGraphicFramePr>
            <a:graphicFrameLocks noGrp="1"/>
          </p:cNvGraphicFramePr>
          <p:nvPr>
            <p:extLst>
              <p:ext uri="{D42A27DB-BD31-4B8C-83A1-F6EECF244321}">
                <p14:modId xmlns:p14="http://schemas.microsoft.com/office/powerpoint/2010/main" val="4238971152"/>
              </p:ext>
            </p:extLst>
          </p:nvPr>
        </p:nvGraphicFramePr>
        <p:xfrm>
          <a:off x="27432" y="4203552"/>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603556173"/>
                  </a:ext>
                </a:extLst>
              </a:tr>
            </a:tbl>
          </a:graphicData>
        </a:graphic>
      </p:graphicFrame>
      <p:graphicFrame>
        <p:nvGraphicFramePr>
          <p:cNvPr id="71" name="Table 70">
            <a:extLst>
              <a:ext uri="{FF2B5EF4-FFF2-40B4-BE49-F238E27FC236}">
                <a16:creationId xmlns:a16="http://schemas.microsoft.com/office/drawing/2014/main" id="{9D19EBAF-9388-4D93-ABA1-E71F734F934F}"/>
              </a:ext>
            </a:extLst>
          </p:cNvPr>
          <p:cNvGraphicFramePr>
            <a:graphicFrameLocks noGrp="1"/>
          </p:cNvGraphicFramePr>
          <p:nvPr>
            <p:extLst>
              <p:ext uri="{D42A27DB-BD31-4B8C-83A1-F6EECF244321}">
                <p14:modId xmlns:p14="http://schemas.microsoft.com/office/powerpoint/2010/main" val="3360627068"/>
              </p:ext>
            </p:extLst>
          </p:nvPr>
        </p:nvGraphicFramePr>
        <p:xfrm>
          <a:off x="27432" y="4206240"/>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72" name="Table 71">
            <a:extLst>
              <a:ext uri="{FF2B5EF4-FFF2-40B4-BE49-F238E27FC236}">
                <a16:creationId xmlns:a16="http://schemas.microsoft.com/office/drawing/2014/main" id="{6C8F3DAB-CA78-4FC7-8283-DC36A9423999}"/>
              </a:ext>
            </a:extLst>
          </p:cNvPr>
          <p:cNvGraphicFramePr>
            <a:graphicFrameLocks noGrp="1"/>
          </p:cNvGraphicFramePr>
          <p:nvPr>
            <p:extLst>
              <p:ext uri="{D42A27DB-BD31-4B8C-83A1-F6EECF244321}">
                <p14:modId xmlns:p14="http://schemas.microsoft.com/office/powerpoint/2010/main" val="3973016617"/>
              </p:ext>
            </p:extLst>
          </p:nvPr>
        </p:nvGraphicFramePr>
        <p:xfrm>
          <a:off x="27432" y="4206240"/>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73" name="Table 72">
            <a:extLst>
              <a:ext uri="{FF2B5EF4-FFF2-40B4-BE49-F238E27FC236}">
                <a16:creationId xmlns:a16="http://schemas.microsoft.com/office/drawing/2014/main" id="{6CC4B1F2-0734-47CF-81C0-619C84AB723C}"/>
              </a:ext>
            </a:extLst>
          </p:cNvPr>
          <p:cNvGraphicFramePr>
            <a:graphicFrameLocks noGrp="1"/>
          </p:cNvGraphicFramePr>
          <p:nvPr>
            <p:extLst>
              <p:ext uri="{D42A27DB-BD31-4B8C-83A1-F6EECF244321}">
                <p14:modId xmlns:p14="http://schemas.microsoft.com/office/powerpoint/2010/main" val="3192362775"/>
              </p:ext>
            </p:extLst>
          </p:nvPr>
        </p:nvGraphicFramePr>
        <p:xfrm>
          <a:off x="27432" y="4206240"/>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74" name="Table 73">
            <a:extLst>
              <a:ext uri="{FF2B5EF4-FFF2-40B4-BE49-F238E27FC236}">
                <a16:creationId xmlns:a16="http://schemas.microsoft.com/office/drawing/2014/main" id="{B8FED8EA-5BC3-458F-BA5A-09187F2455DA}"/>
              </a:ext>
            </a:extLst>
          </p:cNvPr>
          <p:cNvGraphicFramePr>
            <a:graphicFrameLocks noGrp="1"/>
          </p:cNvGraphicFramePr>
          <p:nvPr>
            <p:extLst>
              <p:ext uri="{D42A27DB-BD31-4B8C-83A1-F6EECF244321}">
                <p14:modId xmlns:p14="http://schemas.microsoft.com/office/powerpoint/2010/main" val="131425731"/>
              </p:ext>
            </p:extLst>
          </p:nvPr>
        </p:nvGraphicFramePr>
        <p:xfrm>
          <a:off x="27432" y="4206240"/>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75" name="Table 74">
            <a:extLst>
              <a:ext uri="{FF2B5EF4-FFF2-40B4-BE49-F238E27FC236}">
                <a16:creationId xmlns:a16="http://schemas.microsoft.com/office/drawing/2014/main" id="{328F9015-D44A-4B42-A107-C50BA5CC3163}"/>
              </a:ext>
            </a:extLst>
          </p:cNvPr>
          <p:cNvGraphicFramePr>
            <a:graphicFrameLocks noGrp="1"/>
          </p:cNvGraphicFramePr>
          <p:nvPr>
            <p:extLst>
              <p:ext uri="{D42A27DB-BD31-4B8C-83A1-F6EECF244321}">
                <p14:modId xmlns:p14="http://schemas.microsoft.com/office/powerpoint/2010/main" val="769709556"/>
              </p:ext>
            </p:extLst>
          </p:nvPr>
        </p:nvGraphicFramePr>
        <p:xfrm>
          <a:off x="27432" y="4206240"/>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76" name="Table 75">
            <a:extLst>
              <a:ext uri="{FF2B5EF4-FFF2-40B4-BE49-F238E27FC236}">
                <a16:creationId xmlns:a16="http://schemas.microsoft.com/office/drawing/2014/main" id="{014BC474-DE08-45BA-9880-36C2DD19B9FF}"/>
              </a:ext>
            </a:extLst>
          </p:cNvPr>
          <p:cNvGraphicFramePr>
            <a:graphicFrameLocks noGrp="1"/>
          </p:cNvGraphicFramePr>
          <p:nvPr>
            <p:extLst>
              <p:ext uri="{D42A27DB-BD31-4B8C-83A1-F6EECF244321}">
                <p14:modId xmlns:p14="http://schemas.microsoft.com/office/powerpoint/2010/main" val="1954524408"/>
              </p:ext>
            </p:extLst>
          </p:nvPr>
        </p:nvGraphicFramePr>
        <p:xfrm>
          <a:off x="27432" y="4206240"/>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77" name="Table 76">
            <a:extLst>
              <a:ext uri="{FF2B5EF4-FFF2-40B4-BE49-F238E27FC236}">
                <a16:creationId xmlns:a16="http://schemas.microsoft.com/office/drawing/2014/main" id="{1E1E6FD9-296C-4CC3-A843-2D7BA29913FE}"/>
              </a:ext>
            </a:extLst>
          </p:cNvPr>
          <p:cNvGraphicFramePr>
            <a:graphicFrameLocks noGrp="1"/>
          </p:cNvGraphicFramePr>
          <p:nvPr>
            <p:extLst>
              <p:ext uri="{D42A27DB-BD31-4B8C-83A1-F6EECF244321}">
                <p14:modId xmlns:p14="http://schemas.microsoft.com/office/powerpoint/2010/main" val="3630126902"/>
              </p:ext>
            </p:extLst>
          </p:nvPr>
        </p:nvGraphicFramePr>
        <p:xfrm>
          <a:off x="27432" y="4206240"/>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78" name="Table 77">
            <a:extLst>
              <a:ext uri="{FF2B5EF4-FFF2-40B4-BE49-F238E27FC236}">
                <a16:creationId xmlns:a16="http://schemas.microsoft.com/office/drawing/2014/main" id="{34D4497B-A8E4-4BA8-9191-A59D5D0C0A9E}"/>
              </a:ext>
            </a:extLst>
          </p:cNvPr>
          <p:cNvGraphicFramePr>
            <a:graphicFrameLocks noGrp="1"/>
          </p:cNvGraphicFramePr>
          <p:nvPr>
            <p:extLst>
              <p:ext uri="{D42A27DB-BD31-4B8C-83A1-F6EECF244321}">
                <p14:modId xmlns:p14="http://schemas.microsoft.com/office/powerpoint/2010/main" val="2027867942"/>
              </p:ext>
            </p:extLst>
          </p:nvPr>
        </p:nvGraphicFramePr>
        <p:xfrm>
          <a:off x="27432" y="4683701"/>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79" name="Table 78">
            <a:extLst>
              <a:ext uri="{FF2B5EF4-FFF2-40B4-BE49-F238E27FC236}">
                <a16:creationId xmlns:a16="http://schemas.microsoft.com/office/drawing/2014/main" id="{FD24657F-EF42-4B1E-9BC5-0B449B1E2ED4}"/>
              </a:ext>
            </a:extLst>
          </p:cNvPr>
          <p:cNvGraphicFramePr>
            <a:graphicFrameLocks noGrp="1"/>
          </p:cNvGraphicFramePr>
          <p:nvPr>
            <p:extLst>
              <p:ext uri="{D42A27DB-BD31-4B8C-83A1-F6EECF244321}">
                <p14:modId xmlns:p14="http://schemas.microsoft.com/office/powerpoint/2010/main" val="2800196278"/>
              </p:ext>
            </p:extLst>
          </p:nvPr>
        </p:nvGraphicFramePr>
        <p:xfrm>
          <a:off x="27432" y="468172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80" name="Table 79">
            <a:extLst>
              <a:ext uri="{FF2B5EF4-FFF2-40B4-BE49-F238E27FC236}">
                <a16:creationId xmlns:a16="http://schemas.microsoft.com/office/drawing/2014/main" id="{EB524139-C645-4551-AF8F-1B8AE3DBA2A0}"/>
              </a:ext>
            </a:extLst>
          </p:cNvPr>
          <p:cNvGraphicFramePr>
            <a:graphicFrameLocks noGrp="1"/>
          </p:cNvGraphicFramePr>
          <p:nvPr>
            <p:extLst>
              <p:ext uri="{D42A27DB-BD31-4B8C-83A1-F6EECF244321}">
                <p14:modId xmlns:p14="http://schemas.microsoft.com/office/powerpoint/2010/main" val="4214889893"/>
              </p:ext>
            </p:extLst>
          </p:nvPr>
        </p:nvGraphicFramePr>
        <p:xfrm>
          <a:off x="27432" y="468172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81" name="Table 80">
            <a:extLst>
              <a:ext uri="{FF2B5EF4-FFF2-40B4-BE49-F238E27FC236}">
                <a16:creationId xmlns:a16="http://schemas.microsoft.com/office/drawing/2014/main" id="{A0AE5A68-BC46-4446-9CCA-58EF0DFABE58}"/>
              </a:ext>
            </a:extLst>
          </p:cNvPr>
          <p:cNvGraphicFramePr>
            <a:graphicFrameLocks noGrp="1"/>
          </p:cNvGraphicFramePr>
          <p:nvPr>
            <p:extLst>
              <p:ext uri="{D42A27DB-BD31-4B8C-83A1-F6EECF244321}">
                <p14:modId xmlns:p14="http://schemas.microsoft.com/office/powerpoint/2010/main" val="147140290"/>
              </p:ext>
            </p:extLst>
          </p:nvPr>
        </p:nvGraphicFramePr>
        <p:xfrm>
          <a:off x="27432" y="468172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82" name="Table 81">
            <a:extLst>
              <a:ext uri="{FF2B5EF4-FFF2-40B4-BE49-F238E27FC236}">
                <a16:creationId xmlns:a16="http://schemas.microsoft.com/office/drawing/2014/main" id="{FEA65048-F5AE-4E69-BAD1-46F6145573DD}"/>
              </a:ext>
            </a:extLst>
          </p:cNvPr>
          <p:cNvGraphicFramePr>
            <a:graphicFrameLocks noGrp="1"/>
          </p:cNvGraphicFramePr>
          <p:nvPr>
            <p:extLst>
              <p:ext uri="{D42A27DB-BD31-4B8C-83A1-F6EECF244321}">
                <p14:modId xmlns:p14="http://schemas.microsoft.com/office/powerpoint/2010/main" val="43604068"/>
              </p:ext>
            </p:extLst>
          </p:nvPr>
        </p:nvGraphicFramePr>
        <p:xfrm>
          <a:off x="27432" y="468172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83" name="Table 82">
            <a:extLst>
              <a:ext uri="{FF2B5EF4-FFF2-40B4-BE49-F238E27FC236}">
                <a16:creationId xmlns:a16="http://schemas.microsoft.com/office/drawing/2014/main" id="{9430BDD0-8A4F-40EB-857A-E7494DFC63AB}"/>
              </a:ext>
            </a:extLst>
          </p:cNvPr>
          <p:cNvGraphicFramePr>
            <a:graphicFrameLocks noGrp="1"/>
          </p:cNvGraphicFramePr>
          <p:nvPr>
            <p:extLst>
              <p:ext uri="{D42A27DB-BD31-4B8C-83A1-F6EECF244321}">
                <p14:modId xmlns:p14="http://schemas.microsoft.com/office/powerpoint/2010/main" val="2650395344"/>
              </p:ext>
            </p:extLst>
          </p:nvPr>
        </p:nvGraphicFramePr>
        <p:xfrm>
          <a:off x="27432" y="468172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84" name="Table 83">
            <a:extLst>
              <a:ext uri="{FF2B5EF4-FFF2-40B4-BE49-F238E27FC236}">
                <a16:creationId xmlns:a16="http://schemas.microsoft.com/office/drawing/2014/main" id="{F10ADE11-7730-46B3-9539-B32428241358}"/>
              </a:ext>
            </a:extLst>
          </p:cNvPr>
          <p:cNvGraphicFramePr>
            <a:graphicFrameLocks noGrp="1"/>
          </p:cNvGraphicFramePr>
          <p:nvPr>
            <p:extLst>
              <p:ext uri="{D42A27DB-BD31-4B8C-83A1-F6EECF244321}">
                <p14:modId xmlns:p14="http://schemas.microsoft.com/office/powerpoint/2010/main" val="1928525630"/>
              </p:ext>
            </p:extLst>
          </p:nvPr>
        </p:nvGraphicFramePr>
        <p:xfrm>
          <a:off x="27432" y="468172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85" name="Table 84">
            <a:extLst>
              <a:ext uri="{FF2B5EF4-FFF2-40B4-BE49-F238E27FC236}">
                <a16:creationId xmlns:a16="http://schemas.microsoft.com/office/drawing/2014/main" id="{B7A48106-1137-4BD0-8041-8557AC643675}"/>
              </a:ext>
            </a:extLst>
          </p:cNvPr>
          <p:cNvGraphicFramePr>
            <a:graphicFrameLocks noGrp="1"/>
          </p:cNvGraphicFramePr>
          <p:nvPr>
            <p:extLst>
              <p:ext uri="{D42A27DB-BD31-4B8C-83A1-F6EECF244321}">
                <p14:modId xmlns:p14="http://schemas.microsoft.com/office/powerpoint/2010/main" val="2599160047"/>
              </p:ext>
            </p:extLst>
          </p:nvPr>
        </p:nvGraphicFramePr>
        <p:xfrm>
          <a:off x="27432" y="468172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03556173"/>
                  </a:ext>
                </a:extLst>
              </a:tr>
            </a:tbl>
          </a:graphicData>
        </a:graphic>
      </p:graphicFrame>
      <p:graphicFrame>
        <p:nvGraphicFramePr>
          <p:cNvPr id="86" name="Table 85">
            <a:extLst>
              <a:ext uri="{FF2B5EF4-FFF2-40B4-BE49-F238E27FC236}">
                <a16:creationId xmlns:a16="http://schemas.microsoft.com/office/drawing/2014/main" id="{5BFB3B29-097C-446C-A148-0315F16D1503}"/>
              </a:ext>
            </a:extLst>
          </p:cNvPr>
          <p:cNvGraphicFramePr>
            <a:graphicFrameLocks noGrp="1"/>
          </p:cNvGraphicFramePr>
          <p:nvPr>
            <p:extLst>
              <p:ext uri="{D42A27DB-BD31-4B8C-83A1-F6EECF244321}">
                <p14:modId xmlns:p14="http://schemas.microsoft.com/office/powerpoint/2010/main" val="3698453596"/>
              </p:ext>
            </p:extLst>
          </p:nvPr>
        </p:nvGraphicFramePr>
        <p:xfrm>
          <a:off x="27432" y="5168692"/>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err="1">
                          <a:solidFill>
                            <a:schemeClr val="tx1"/>
                          </a:solidFill>
                          <a:latin typeface="Arial Narrow" panose="020B0606020202030204" pitchFamily="34" charset="0"/>
                        </a:rPr>
                        <a:t>q</a:t>
                      </a:r>
                      <a:r>
                        <a:rPr lang="en-US" sz="2000" baseline="-25000" dirty="0" err="1">
                          <a:solidFill>
                            <a:schemeClr val="tx1"/>
                          </a:solidFill>
                          <a:latin typeface="Arial Narrow" panose="020B0606020202030204" pitchFamily="34" charset="0"/>
                        </a:rPr>
                        <a:t>A</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603556173"/>
                  </a:ext>
                </a:extLst>
              </a:tr>
            </a:tbl>
          </a:graphicData>
        </a:graphic>
      </p:graphicFrame>
      <p:sp>
        <p:nvSpPr>
          <p:cNvPr id="88" name="TextBox 87">
            <a:extLst>
              <a:ext uri="{FF2B5EF4-FFF2-40B4-BE49-F238E27FC236}">
                <a16:creationId xmlns:a16="http://schemas.microsoft.com/office/drawing/2014/main" id="{BD9C4B92-D130-47DF-8D5A-D6C8A0256CE8}"/>
              </a:ext>
            </a:extLst>
          </p:cNvPr>
          <p:cNvSpPr txBox="1"/>
          <p:nvPr/>
        </p:nvSpPr>
        <p:spPr>
          <a:xfrm>
            <a:off x="4422646" y="935678"/>
            <a:ext cx="3902204" cy="584775"/>
          </a:xfrm>
          <a:prstGeom prst="rect">
            <a:avLst/>
          </a:prstGeom>
          <a:noFill/>
        </p:spPr>
        <p:txBody>
          <a:bodyPr wrap="square">
            <a:spAutoFit/>
          </a:bodyPr>
          <a:lstStyle/>
          <a:p>
            <a:r>
              <a:rPr lang="en-US" sz="3200" b="1" dirty="0"/>
              <a:t>input: </a:t>
            </a:r>
            <a:r>
              <a:rPr lang="en-US" sz="3200" b="1" dirty="0">
                <a:latin typeface="Arial Narrow" panose="020B0606020202030204" pitchFamily="34" charset="0"/>
              </a:rPr>
              <a:t>00000000 (0</a:t>
            </a:r>
            <a:r>
              <a:rPr lang="en-US" sz="3200" b="1" baseline="30000" dirty="0">
                <a:latin typeface="Arial Narrow" panose="020B0606020202030204" pitchFamily="34" charset="0"/>
              </a:rPr>
              <a:t>2</a:t>
            </a:r>
            <a:r>
              <a:rPr lang="en-US" sz="3200" b="1" baseline="50000" dirty="0">
                <a:latin typeface="Arial Narrow" panose="020B0606020202030204" pitchFamily="34" charset="0"/>
              </a:rPr>
              <a:t>3</a:t>
            </a:r>
            <a:r>
              <a:rPr lang="en-US" sz="3200" b="1" dirty="0">
                <a:latin typeface="Arial Narrow" panose="020B0606020202030204" pitchFamily="34" charset="0"/>
              </a:rPr>
              <a:t>)</a:t>
            </a:r>
            <a:endParaRPr lang="en-US" sz="3200" b="1" baseline="50000" dirty="0">
              <a:latin typeface="Arial Narrow" panose="020B0606020202030204" pitchFamily="34" charset="0"/>
            </a:endParaRPr>
          </a:p>
        </p:txBody>
      </p:sp>
    </p:spTree>
    <p:extLst>
      <p:ext uri="{BB962C8B-B14F-4D97-AF65-F5344CB8AC3E}">
        <p14:creationId xmlns:p14="http://schemas.microsoft.com/office/powerpoint/2010/main" val="1802068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mph" presetSubtype="1" nodeType="withEffect">
                                  <p:stCondLst>
                                    <p:cond delay="0"/>
                                  </p:stCondLst>
                                  <p:childTnLst>
                                    <p:set>
                                      <p:cBhvr>
                                        <p:cTn id="6" dur="indefinite"/>
                                        <p:tgtEl>
                                          <p:spTgt spid="6"/>
                                        </p:tgtEl>
                                        <p:attrNameLst>
                                          <p:attrName>fillcolor</p:attrName>
                                        </p:attrNameLst>
                                      </p:cBhvr>
                                      <p:to>
                                        <p:clrVal>
                                          <a:srgbClr val="00B0F0"/>
                                        </p:clrVal>
                                      </p:to>
                                    </p:set>
                                    <p:set>
                                      <p:cBhvr>
                                        <p:cTn id="7" dur="indefinite"/>
                                        <p:tgtEl>
                                          <p:spTgt spid="6"/>
                                        </p:tgtEl>
                                        <p:attrNameLst>
                                          <p:attrName>fill.type</p:attrName>
                                        </p:attrNameLst>
                                      </p:cBhvr>
                                      <p:to>
                                        <p:strVal val="solid"/>
                                      </p:to>
                                    </p:set>
                                    <p:set>
                                      <p:cBhvr>
                                        <p:cTn id="8" dur="indefinite"/>
                                        <p:tgtEl>
                                          <p:spTgt spid="6"/>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mph" presetSubtype="1" nodeType="clickEffect">
                                  <p:stCondLst>
                                    <p:cond delay="0"/>
                                  </p:stCondLst>
                                  <p:childTnLst>
                                    <p:set>
                                      <p:cBhvr>
                                        <p:cTn id="12" dur="indefinite"/>
                                        <p:tgtEl>
                                          <p:spTgt spid="8"/>
                                        </p:tgtEl>
                                        <p:attrNameLst>
                                          <p:attrName>fillcolor</p:attrName>
                                        </p:attrNameLst>
                                      </p:cBhvr>
                                      <p:to>
                                        <p:clrVal>
                                          <a:srgbClr val="FFFF00"/>
                                        </p:clrVal>
                                      </p:to>
                                    </p:set>
                                    <p:set>
                                      <p:cBhvr>
                                        <p:cTn id="13" dur="indefinite"/>
                                        <p:tgtEl>
                                          <p:spTgt spid="8"/>
                                        </p:tgtEl>
                                        <p:attrNameLst>
                                          <p:attrName>fill.type</p:attrName>
                                        </p:attrNameLst>
                                      </p:cBhvr>
                                      <p:to>
                                        <p:strVal val="solid"/>
                                      </p:to>
                                    </p:set>
                                    <p:set>
                                      <p:cBhvr>
                                        <p:cTn id="14" dur="indefinite"/>
                                        <p:tgtEl>
                                          <p:spTgt spid="8"/>
                                        </p:tgtEl>
                                        <p:attrNameLst>
                                          <p:attrName>fill.on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mph" presetSubtype="1" nodeType="clickEffect">
                                  <p:stCondLst>
                                    <p:cond delay="0"/>
                                  </p:stCondLst>
                                  <p:childTnLst>
                                    <p:set>
                                      <p:cBhvr>
                                        <p:cTn id="22" dur="indefinite"/>
                                        <p:tgtEl>
                                          <p:spTgt spid="8"/>
                                        </p:tgtEl>
                                        <p:attrNameLst>
                                          <p:attrName>fillcolor</p:attrName>
                                        </p:attrNameLst>
                                      </p:cBhvr>
                                      <p:to>
                                        <p:clrVal>
                                          <a:srgbClr val="00B0F0"/>
                                        </p:clrVal>
                                      </p:to>
                                    </p:set>
                                    <p:set>
                                      <p:cBhvr>
                                        <p:cTn id="23" dur="indefinite"/>
                                        <p:tgtEl>
                                          <p:spTgt spid="8"/>
                                        </p:tgtEl>
                                        <p:attrNameLst>
                                          <p:attrName>fill.type</p:attrName>
                                        </p:attrNameLst>
                                      </p:cBhvr>
                                      <p:to>
                                        <p:strVal val="solid"/>
                                      </p:to>
                                    </p:set>
                                    <p:set>
                                      <p:cBhvr>
                                        <p:cTn id="24" dur="indefinite"/>
                                        <p:tgtEl>
                                          <p:spTgt spid="8"/>
                                        </p:tgtEl>
                                        <p:attrNameLst>
                                          <p:attrName>fill.on</p:attrName>
                                        </p:attrNameLst>
                                      </p:cBhvr>
                                      <p:to>
                                        <p:strVal val="true"/>
                                      </p:to>
                                    </p:set>
                                  </p:childTnLst>
                                </p:cTn>
                              </p:par>
                              <p:par>
                                <p:cTn id="25" presetID="1" presetClass="emph" presetSubtype="1" nodeType="withEffect">
                                  <p:stCondLst>
                                    <p:cond delay="0"/>
                                  </p:stCondLst>
                                  <p:childTnLst>
                                    <p:set>
                                      <p:cBhvr>
                                        <p:cTn id="26" dur="indefinite"/>
                                        <p:tgtEl>
                                          <p:spTgt spid="6"/>
                                        </p:tgtEl>
                                        <p:attrNameLst>
                                          <p:attrName>fillcolor</p:attrName>
                                        </p:attrNameLst>
                                      </p:cBhvr>
                                      <p:to>
                                        <p:clrVal>
                                          <a:srgbClr val="FFFFFF"/>
                                        </p:clrVal>
                                      </p:to>
                                    </p:set>
                                    <p:set>
                                      <p:cBhvr>
                                        <p:cTn id="27" dur="indefinite"/>
                                        <p:tgtEl>
                                          <p:spTgt spid="6"/>
                                        </p:tgtEl>
                                        <p:attrNameLst>
                                          <p:attrName>fill.type</p:attrName>
                                        </p:attrNameLst>
                                      </p:cBhvr>
                                      <p:to>
                                        <p:strVal val="solid"/>
                                      </p:to>
                                    </p:set>
                                    <p:set>
                                      <p:cBhvr>
                                        <p:cTn id="28" dur="indefinite"/>
                                        <p:tgtEl>
                                          <p:spTgt spid="6"/>
                                        </p:tgtEl>
                                        <p:attrNameLst>
                                          <p:attrName>fill.on</p:attrName>
                                        </p:attrNameLst>
                                      </p:cBhvr>
                                      <p:to>
                                        <p:strVal val="tru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60"/>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mph" presetSubtype="1" nodeType="clickEffect">
                                  <p:stCondLst>
                                    <p:cond delay="0"/>
                                  </p:stCondLst>
                                  <p:childTnLst>
                                    <p:set>
                                      <p:cBhvr>
                                        <p:cTn id="38" dur="indefinite"/>
                                        <p:tgtEl>
                                          <p:spTgt spid="7"/>
                                        </p:tgtEl>
                                        <p:attrNameLst>
                                          <p:attrName>fillcolor</p:attrName>
                                        </p:attrNameLst>
                                      </p:cBhvr>
                                      <p:to>
                                        <p:clrVal>
                                          <a:srgbClr val="FFFF00"/>
                                        </p:clrVal>
                                      </p:to>
                                    </p:set>
                                    <p:set>
                                      <p:cBhvr>
                                        <p:cTn id="39" dur="indefinite"/>
                                        <p:tgtEl>
                                          <p:spTgt spid="7"/>
                                        </p:tgtEl>
                                        <p:attrNameLst>
                                          <p:attrName>fill.type</p:attrName>
                                        </p:attrNameLst>
                                      </p:cBhvr>
                                      <p:to>
                                        <p:strVal val="solid"/>
                                      </p:to>
                                    </p:set>
                                    <p:set>
                                      <p:cBhvr>
                                        <p:cTn id="40" dur="indefinite"/>
                                        <p:tgtEl>
                                          <p:spTgt spid="7"/>
                                        </p:tgtEl>
                                        <p:attrNameLst>
                                          <p:attrName>fill.on</p:attrName>
                                        </p:attrNameLst>
                                      </p:cBhvr>
                                      <p:to>
                                        <p:strVal val="tru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mph" presetSubtype="1" nodeType="clickEffect">
                                  <p:stCondLst>
                                    <p:cond delay="0"/>
                                  </p:stCondLst>
                                  <p:childTnLst>
                                    <p:set>
                                      <p:cBhvr>
                                        <p:cTn id="48" dur="indefinite"/>
                                        <p:tgtEl>
                                          <p:spTgt spid="8"/>
                                        </p:tgtEl>
                                        <p:attrNameLst>
                                          <p:attrName>fillcolor</p:attrName>
                                        </p:attrNameLst>
                                      </p:cBhvr>
                                      <p:to>
                                        <p:clrVal>
                                          <a:srgbClr val="FFFFFF"/>
                                        </p:clrVal>
                                      </p:to>
                                    </p:set>
                                    <p:set>
                                      <p:cBhvr>
                                        <p:cTn id="49" dur="indefinite"/>
                                        <p:tgtEl>
                                          <p:spTgt spid="8"/>
                                        </p:tgtEl>
                                        <p:attrNameLst>
                                          <p:attrName>fill.type</p:attrName>
                                        </p:attrNameLst>
                                      </p:cBhvr>
                                      <p:to>
                                        <p:strVal val="solid"/>
                                      </p:to>
                                    </p:set>
                                    <p:set>
                                      <p:cBhvr>
                                        <p:cTn id="50" dur="indefinite"/>
                                        <p:tgtEl>
                                          <p:spTgt spid="8"/>
                                        </p:tgtEl>
                                        <p:attrNameLst>
                                          <p:attrName>fill.on</p:attrName>
                                        </p:attrNameLst>
                                      </p:cBhvr>
                                      <p:to>
                                        <p:strVal val="true"/>
                                      </p:to>
                                    </p:set>
                                  </p:childTnLst>
                                </p:cTn>
                              </p:par>
                              <p:par>
                                <p:cTn id="51" presetID="1" presetClass="emph" presetSubtype="1" nodeType="withEffect">
                                  <p:stCondLst>
                                    <p:cond delay="0"/>
                                  </p:stCondLst>
                                  <p:childTnLst>
                                    <p:set>
                                      <p:cBhvr>
                                        <p:cTn id="52" dur="indefinite"/>
                                        <p:tgtEl>
                                          <p:spTgt spid="7"/>
                                        </p:tgtEl>
                                        <p:attrNameLst>
                                          <p:attrName>fillcolor</p:attrName>
                                        </p:attrNameLst>
                                      </p:cBhvr>
                                      <p:to>
                                        <p:clrVal>
                                          <a:srgbClr val="00B0F0"/>
                                        </p:clrVal>
                                      </p:to>
                                    </p:set>
                                    <p:set>
                                      <p:cBhvr>
                                        <p:cTn id="53" dur="indefinite"/>
                                        <p:tgtEl>
                                          <p:spTgt spid="7"/>
                                        </p:tgtEl>
                                        <p:attrNameLst>
                                          <p:attrName>fill.type</p:attrName>
                                        </p:attrNameLst>
                                      </p:cBhvr>
                                      <p:to>
                                        <p:strVal val="solid"/>
                                      </p:to>
                                    </p:set>
                                    <p:set>
                                      <p:cBhvr>
                                        <p:cTn id="54" dur="indefinite"/>
                                        <p:tgtEl>
                                          <p:spTgt spid="7"/>
                                        </p:tgtEl>
                                        <p:attrNameLst>
                                          <p:attrName>fill.on</p:attrName>
                                        </p:attrNameLst>
                                      </p:cBhvr>
                                      <p:to>
                                        <p:strVal val="tru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xit" presetSubtype="0" fill="hold" nodeType="withEffect">
                                  <p:stCondLst>
                                    <p:cond delay="0"/>
                                  </p:stCondLst>
                                  <p:childTnLst>
                                    <p:set>
                                      <p:cBhvr>
                                        <p:cTn id="60" dur="1" fill="hold">
                                          <p:stCondLst>
                                            <p:cond delay="0"/>
                                          </p:stCondLst>
                                        </p:cTn>
                                        <p:tgtEl>
                                          <p:spTgt spid="40"/>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mph" presetSubtype="1" nodeType="clickEffect">
                                  <p:stCondLst>
                                    <p:cond delay="0"/>
                                  </p:stCondLst>
                                  <p:childTnLst>
                                    <p:set>
                                      <p:cBhvr>
                                        <p:cTn id="64" dur="indefinite"/>
                                        <p:tgtEl>
                                          <p:spTgt spid="8"/>
                                        </p:tgtEl>
                                        <p:attrNameLst>
                                          <p:attrName>fillcolor</p:attrName>
                                        </p:attrNameLst>
                                      </p:cBhvr>
                                      <p:to>
                                        <p:clrVal>
                                          <a:srgbClr val="FFFF00"/>
                                        </p:clrVal>
                                      </p:to>
                                    </p:set>
                                    <p:set>
                                      <p:cBhvr>
                                        <p:cTn id="65" dur="indefinite"/>
                                        <p:tgtEl>
                                          <p:spTgt spid="8"/>
                                        </p:tgtEl>
                                        <p:attrNameLst>
                                          <p:attrName>fill.type</p:attrName>
                                        </p:attrNameLst>
                                      </p:cBhvr>
                                      <p:to>
                                        <p:strVal val="solid"/>
                                      </p:to>
                                    </p:set>
                                    <p:set>
                                      <p:cBhvr>
                                        <p:cTn id="66" dur="indefinite"/>
                                        <p:tgtEl>
                                          <p:spTgt spid="8"/>
                                        </p:tgtEl>
                                        <p:attrNameLst>
                                          <p:attrName>fill.on</p:attrName>
                                        </p:attrNameLst>
                                      </p:cBhvr>
                                      <p:to>
                                        <p:strVal val="tru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mph" presetSubtype="1" nodeType="clickEffect">
                                  <p:stCondLst>
                                    <p:cond delay="0"/>
                                  </p:stCondLst>
                                  <p:childTnLst>
                                    <p:set>
                                      <p:cBhvr>
                                        <p:cTn id="74" dur="indefinite"/>
                                        <p:tgtEl>
                                          <p:spTgt spid="8"/>
                                        </p:tgtEl>
                                        <p:attrNameLst>
                                          <p:attrName>fillcolor</p:attrName>
                                        </p:attrNameLst>
                                      </p:cBhvr>
                                      <p:to>
                                        <p:clrVal>
                                          <a:srgbClr val="00B0F0"/>
                                        </p:clrVal>
                                      </p:to>
                                    </p:set>
                                    <p:set>
                                      <p:cBhvr>
                                        <p:cTn id="75" dur="indefinite"/>
                                        <p:tgtEl>
                                          <p:spTgt spid="8"/>
                                        </p:tgtEl>
                                        <p:attrNameLst>
                                          <p:attrName>fill.type</p:attrName>
                                        </p:attrNameLst>
                                      </p:cBhvr>
                                      <p:to>
                                        <p:strVal val="solid"/>
                                      </p:to>
                                    </p:set>
                                    <p:set>
                                      <p:cBhvr>
                                        <p:cTn id="76" dur="indefinite"/>
                                        <p:tgtEl>
                                          <p:spTgt spid="8"/>
                                        </p:tgtEl>
                                        <p:attrNameLst>
                                          <p:attrName>fill.on</p:attrName>
                                        </p:attrNameLst>
                                      </p:cBhvr>
                                      <p:to>
                                        <p:strVal val="true"/>
                                      </p:to>
                                    </p:set>
                                  </p:childTnLst>
                                </p:cTn>
                              </p:par>
                              <p:par>
                                <p:cTn id="77" presetID="1" presetClass="emph" presetSubtype="1" nodeType="withEffect">
                                  <p:stCondLst>
                                    <p:cond delay="0"/>
                                  </p:stCondLst>
                                  <p:childTnLst>
                                    <p:set>
                                      <p:cBhvr>
                                        <p:cTn id="78" dur="indefinite"/>
                                        <p:tgtEl>
                                          <p:spTgt spid="7"/>
                                        </p:tgtEl>
                                        <p:attrNameLst>
                                          <p:attrName>fillcolor</p:attrName>
                                        </p:attrNameLst>
                                      </p:cBhvr>
                                      <p:to>
                                        <p:clrVal>
                                          <a:srgbClr val="FFFFFF"/>
                                        </p:clrVal>
                                      </p:to>
                                    </p:set>
                                    <p:set>
                                      <p:cBhvr>
                                        <p:cTn id="79" dur="indefinite"/>
                                        <p:tgtEl>
                                          <p:spTgt spid="7"/>
                                        </p:tgtEl>
                                        <p:attrNameLst>
                                          <p:attrName>fill.type</p:attrName>
                                        </p:attrNameLst>
                                      </p:cBhvr>
                                      <p:to>
                                        <p:strVal val="solid"/>
                                      </p:to>
                                    </p:set>
                                    <p:set>
                                      <p:cBhvr>
                                        <p:cTn id="80" dur="indefinite"/>
                                        <p:tgtEl>
                                          <p:spTgt spid="7"/>
                                        </p:tgtEl>
                                        <p:attrNameLst>
                                          <p:attrName>fill.on</p:attrName>
                                        </p:attrNameLst>
                                      </p:cBhvr>
                                      <p:to>
                                        <p:strVal val="tru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45"/>
                                        </p:tgtEl>
                                        <p:attrNameLst>
                                          <p:attrName>style.visibility</p:attrName>
                                        </p:attrNameLst>
                                      </p:cBhvr>
                                      <p:to>
                                        <p:strVal val="visible"/>
                                      </p:to>
                                    </p:set>
                                  </p:childTnLst>
                                </p:cTn>
                              </p:par>
                              <p:par>
                                <p:cTn id="85" presetID="1" presetClass="exit" presetSubtype="0" fill="hold" nodeType="withEffect">
                                  <p:stCondLst>
                                    <p:cond delay="0"/>
                                  </p:stCondLst>
                                  <p:childTnLst>
                                    <p:set>
                                      <p:cBhvr>
                                        <p:cTn id="86" dur="1" fill="hold">
                                          <p:stCondLst>
                                            <p:cond delay="0"/>
                                          </p:stCondLst>
                                        </p:cTn>
                                        <p:tgtEl>
                                          <p:spTgt spid="43"/>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mph" presetSubtype="1" nodeType="clickEffect">
                                  <p:stCondLst>
                                    <p:cond delay="0"/>
                                  </p:stCondLst>
                                  <p:childTnLst>
                                    <p:set>
                                      <p:cBhvr>
                                        <p:cTn id="90" dur="indefinite"/>
                                        <p:tgtEl>
                                          <p:spTgt spid="5"/>
                                        </p:tgtEl>
                                        <p:attrNameLst>
                                          <p:attrName>fillcolor</p:attrName>
                                        </p:attrNameLst>
                                      </p:cBhvr>
                                      <p:to>
                                        <p:clrVal>
                                          <a:srgbClr val="FFFF00"/>
                                        </p:clrVal>
                                      </p:to>
                                    </p:set>
                                    <p:set>
                                      <p:cBhvr>
                                        <p:cTn id="91" dur="indefinite"/>
                                        <p:tgtEl>
                                          <p:spTgt spid="5"/>
                                        </p:tgtEl>
                                        <p:attrNameLst>
                                          <p:attrName>fill.type</p:attrName>
                                        </p:attrNameLst>
                                      </p:cBhvr>
                                      <p:to>
                                        <p:strVal val="solid"/>
                                      </p:to>
                                    </p:set>
                                    <p:set>
                                      <p:cBhvr>
                                        <p:cTn id="92" dur="indefinite"/>
                                        <p:tgtEl>
                                          <p:spTgt spid="5"/>
                                        </p:tgtEl>
                                        <p:attrNameLst>
                                          <p:attrName>fill.on</p:attrName>
                                        </p:attrNameLst>
                                      </p:cBhvr>
                                      <p:to>
                                        <p:strVal val="tru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4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mph" presetSubtype="1" nodeType="clickEffect">
                                  <p:stCondLst>
                                    <p:cond delay="0"/>
                                  </p:stCondLst>
                                  <p:childTnLst>
                                    <p:set>
                                      <p:cBhvr>
                                        <p:cTn id="100" dur="indefinite"/>
                                        <p:tgtEl>
                                          <p:spTgt spid="8"/>
                                        </p:tgtEl>
                                        <p:attrNameLst>
                                          <p:attrName>fillcolor</p:attrName>
                                        </p:attrNameLst>
                                      </p:cBhvr>
                                      <p:to>
                                        <p:clrVal>
                                          <a:srgbClr val="FFFFFF"/>
                                        </p:clrVal>
                                      </p:to>
                                    </p:set>
                                    <p:set>
                                      <p:cBhvr>
                                        <p:cTn id="101" dur="indefinite"/>
                                        <p:tgtEl>
                                          <p:spTgt spid="8"/>
                                        </p:tgtEl>
                                        <p:attrNameLst>
                                          <p:attrName>fill.type</p:attrName>
                                        </p:attrNameLst>
                                      </p:cBhvr>
                                      <p:to>
                                        <p:strVal val="solid"/>
                                      </p:to>
                                    </p:set>
                                    <p:set>
                                      <p:cBhvr>
                                        <p:cTn id="102" dur="indefinite"/>
                                        <p:tgtEl>
                                          <p:spTgt spid="8"/>
                                        </p:tgtEl>
                                        <p:attrNameLst>
                                          <p:attrName>fill.on</p:attrName>
                                        </p:attrNameLst>
                                      </p:cBhvr>
                                      <p:to>
                                        <p:strVal val="true"/>
                                      </p:to>
                                    </p:set>
                                  </p:childTnLst>
                                </p:cTn>
                              </p:par>
                              <p:par>
                                <p:cTn id="103" presetID="1" presetClass="emph" presetSubtype="1" nodeType="withEffect">
                                  <p:stCondLst>
                                    <p:cond delay="0"/>
                                  </p:stCondLst>
                                  <p:childTnLst>
                                    <p:set>
                                      <p:cBhvr>
                                        <p:cTn id="104" dur="indefinite"/>
                                        <p:tgtEl>
                                          <p:spTgt spid="5"/>
                                        </p:tgtEl>
                                        <p:attrNameLst>
                                          <p:attrName>fillcolor</p:attrName>
                                        </p:attrNameLst>
                                      </p:cBhvr>
                                      <p:to>
                                        <p:clrVal>
                                          <a:srgbClr val="00B0F0"/>
                                        </p:clrVal>
                                      </p:to>
                                    </p:set>
                                    <p:set>
                                      <p:cBhvr>
                                        <p:cTn id="105" dur="indefinite"/>
                                        <p:tgtEl>
                                          <p:spTgt spid="5"/>
                                        </p:tgtEl>
                                        <p:attrNameLst>
                                          <p:attrName>fill.type</p:attrName>
                                        </p:attrNameLst>
                                      </p:cBhvr>
                                      <p:to>
                                        <p:strVal val="solid"/>
                                      </p:to>
                                    </p:set>
                                    <p:set>
                                      <p:cBhvr>
                                        <p:cTn id="106" dur="indefinite"/>
                                        <p:tgtEl>
                                          <p:spTgt spid="5"/>
                                        </p:tgtEl>
                                        <p:attrNameLst>
                                          <p:attrName>fill.on</p:attrName>
                                        </p:attrNameLst>
                                      </p:cBhvr>
                                      <p:to>
                                        <p:strVal val="tru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2"/>
                                        </p:tgtEl>
                                        <p:attrNameLst>
                                          <p:attrName>style.visibility</p:attrName>
                                        </p:attrNameLst>
                                      </p:cBhvr>
                                      <p:to>
                                        <p:strVal val="visible"/>
                                      </p:to>
                                    </p:set>
                                  </p:childTnLst>
                                </p:cTn>
                              </p:par>
                              <p:par>
                                <p:cTn id="111" presetID="1" presetClass="exit" presetSubtype="0" fill="hold" nodeType="withEffect">
                                  <p:stCondLst>
                                    <p:cond delay="0"/>
                                  </p:stCondLst>
                                  <p:childTnLst>
                                    <p:set>
                                      <p:cBhvr>
                                        <p:cTn id="112" dur="1" fill="hold">
                                          <p:stCondLst>
                                            <p:cond delay="0"/>
                                          </p:stCondLst>
                                        </p:cTn>
                                        <p:tgtEl>
                                          <p:spTgt spid="47"/>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63"/>
                                        </p:tgtEl>
                                        <p:attrNameLst>
                                          <p:attrName>style.visibility</p:attrName>
                                        </p:attrNameLst>
                                      </p:cBhvr>
                                      <p:to>
                                        <p:strVal val="visible"/>
                                      </p:to>
                                    </p:set>
                                  </p:childTnLst>
                                </p:cTn>
                              </p:par>
                              <p:par>
                                <p:cTn id="117" presetID="1" presetClass="exit" presetSubtype="0" fill="hold" nodeType="withEffect">
                                  <p:stCondLst>
                                    <p:cond delay="0"/>
                                  </p:stCondLst>
                                  <p:childTnLst>
                                    <p:set>
                                      <p:cBhvr>
                                        <p:cTn id="118" dur="1" fill="hold">
                                          <p:stCondLst>
                                            <p:cond delay="0"/>
                                          </p:stCondLst>
                                        </p:cTn>
                                        <p:tgtEl>
                                          <p:spTgt spid="62"/>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38"/>
                                        </p:tgtEl>
                                        <p:attrNameLst>
                                          <p:attrName>style.visibility</p:attrName>
                                        </p:attrNameLst>
                                      </p:cBhvr>
                                      <p:to>
                                        <p:strVal val="visible"/>
                                      </p:to>
                                    </p:set>
                                  </p:childTnLst>
                                </p:cTn>
                              </p:par>
                              <p:par>
                                <p:cTn id="123" presetID="1" presetClass="exit" presetSubtype="0" fill="hold" nodeType="withEffect">
                                  <p:stCondLst>
                                    <p:cond delay="0"/>
                                  </p:stCondLst>
                                  <p:childTnLst>
                                    <p:set>
                                      <p:cBhvr>
                                        <p:cTn id="124" dur="1" fill="hold">
                                          <p:stCondLst>
                                            <p:cond delay="0"/>
                                          </p:stCondLst>
                                        </p:cTn>
                                        <p:tgtEl>
                                          <p:spTgt spid="63"/>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42"/>
                                        </p:tgtEl>
                                        <p:attrNameLst>
                                          <p:attrName>style.visibility</p:attrName>
                                        </p:attrNameLst>
                                      </p:cBhvr>
                                      <p:to>
                                        <p:strVal val="visible"/>
                                      </p:to>
                                    </p:set>
                                  </p:childTnLst>
                                </p:cTn>
                              </p:par>
                              <p:par>
                                <p:cTn id="129" presetID="1" presetClass="exit" presetSubtype="0" fill="hold" nodeType="withEffect">
                                  <p:stCondLst>
                                    <p:cond delay="0"/>
                                  </p:stCondLst>
                                  <p:childTnLst>
                                    <p:set>
                                      <p:cBhvr>
                                        <p:cTn id="130" dur="1" fill="hold">
                                          <p:stCondLst>
                                            <p:cond delay="0"/>
                                          </p:stCondLst>
                                        </p:cTn>
                                        <p:tgtEl>
                                          <p:spTgt spid="38"/>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44"/>
                                        </p:tgtEl>
                                        <p:attrNameLst>
                                          <p:attrName>style.visibility</p:attrName>
                                        </p:attrNameLst>
                                      </p:cBhvr>
                                      <p:to>
                                        <p:strVal val="visible"/>
                                      </p:to>
                                    </p:set>
                                  </p:childTnLst>
                                </p:cTn>
                              </p:par>
                              <p:par>
                                <p:cTn id="135" presetID="1" presetClass="exit" presetSubtype="0" fill="hold" nodeType="withEffect">
                                  <p:stCondLst>
                                    <p:cond delay="0"/>
                                  </p:stCondLst>
                                  <p:childTnLst>
                                    <p:set>
                                      <p:cBhvr>
                                        <p:cTn id="136" dur="1" fill="hold">
                                          <p:stCondLst>
                                            <p:cond delay="0"/>
                                          </p:stCondLst>
                                        </p:cTn>
                                        <p:tgtEl>
                                          <p:spTgt spid="42"/>
                                        </p:tgtEl>
                                        <p:attrNameLst>
                                          <p:attrName>style.visibility</p:attrName>
                                        </p:attrNameLst>
                                      </p:cBhvr>
                                      <p:to>
                                        <p:strVal val="hidden"/>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46"/>
                                        </p:tgtEl>
                                        <p:attrNameLst>
                                          <p:attrName>style.visibility</p:attrName>
                                        </p:attrNameLst>
                                      </p:cBhvr>
                                      <p:to>
                                        <p:strVal val="visible"/>
                                      </p:to>
                                    </p:set>
                                  </p:childTnLst>
                                </p:cTn>
                              </p:par>
                              <p:par>
                                <p:cTn id="141" presetID="1" presetClass="exit" presetSubtype="0" fill="hold" nodeType="withEffect">
                                  <p:stCondLst>
                                    <p:cond delay="0"/>
                                  </p:stCondLst>
                                  <p:childTnLst>
                                    <p:set>
                                      <p:cBhvr>
                                        <p:cTn id="142" dur="1" fill="hold">
                                          <p:stCondLst>
                                            <p:cond delay="0"/>
                                          </p:stCondLst>
                                        </p:cTn>
                                        <p:tgtEl>
                                          <p:spTgt spid="44"/>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49"/>
                                        </p:tgtEl>
                                        <p:attrNameLst>
                                          <p:attrName>style.visibility</p:attrName>
                                        </p:attrNameLst>
                                      </p:cBhvr>
                                      <p:to>
                                        <p:strVal val="visible"/>
                                      </p:to>
                                    </p:set>
                                  </p:childTnLst>
                                </p:cTn>
                              </p:par>
                              <p:par>
                                <p:cTn id="147" presetID="1" presetClass="exit" presetSubtype="0" fill="hold" nodeType="withEffect">
                                  <p:stCondLst>
                                    <p:cond delay="0"/>
                                  </p:stCondLst>
                                  <p:childTnLst>
                                    <p:set>
                                      <p:cBhvr>
                                        <p:cTn id="148" dur="1" fill="hold">
                                          <p:stCondLst>
                                            <p:cond delay="0"/>
                                          </p:stCondLst>
                                        </p:cTn>
                                        <p:tgtEl>
                                          <p:spTgt spid="46"/>
                                        </p:tgtEl>
                                        <p:attrNameLst>
                                          <p:attrName>style.visibility</p:attrName>
                                        </p:attrNameLst>
                                      </p:cBhvr>
                                      <p:to>
                                        <p:strVal val="hidden"/>
                                      </p:to>
                                    </p:set>
                                  </p:childTnLst>
                                </p:cTn>
                              </p:par>
                            </p:childTnLst>
                          </p:cTn>
                        </p:par>
                      </p:childTnLst>
                    </p:cTn>
                  </p:par>
                  <p:par>
                    <p:cTn id="149" fill="hold">
                      <p:stCondLst>
                        <p:cond delay="indefinite"/>
                      </p:stCondLst>
                      <p:childTnLst>
                        <p:par>
                          <p:cTn id="150" fill="hold">
                            <p:stCondLst>
                              <p:cond delay="0"/>
                            </p:stCondLst>
                            <p:childTnLst>
                              <p:par>
                                <p:cTn id="151" presetID="1" presetClass="emph" presetSubtype="1" nodeType="clickEffect">
                                  <p:stCondLst>
                                    <p:cond delay="0"/>
                                  </p:stCondLst>
                                  <p:childTnLst>
                                    <p:set>
                                      <p:cBhvr>
                                        <p:cTn id="152" dur="indefinite"/>
                                        <p:tgtEl>
                                          <p:spTgt spid="6"/>
                                        </p:tgtEl>
                                        <p:attrNameLst>
                                          <p:attrName>fillcolor</p:attrName>
                                        </p:attrNameLst>
                                      </p:cBhvr>
                                      <p:to>
                                        <p:clrVal>
                                          <a:srgbClr val="FFFF00"/>
                                        </p:clrVal>
                                      </p:to>
                                    </p:set>
                                    <p:set>
                                      <p:cBhvr>
                                        <p:cTn id="153" dur="indefinite"/>
                                        <p:tgtEl>
                                          <p:spTgt spid="6"/>
                                        </p:tgtEl>
                                        <p:attrNameLst>
                                          <p:attrName>fill.type</p:attrName>
                                        </p:attrNameLst>
                                      </p:cBhvr>
                                      <p:to>
                                        <p:strVal val="solid"/>
                                      </p:to>
                                    </p:set>
                                    <p:set>
                                      <p:cBhvr>
                                        <p:cTn id="154" dur="indefinite"/>
                                        <p:tgtEl>
                                          <p:spTgt spid="6"/>
                                        </p:tgtEl>
                                        <p:attrNameLst>
                                          <p:attrName>fill.on</p:attrName>
                                        </p:attrNameLst>
                                      </p:cBhvr>
                                      <p:to>
                                        <p:strVal val="tru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51"/>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mph" presetSubtype="1" nodeType="clickEffect">
                                  <p:stCondLst>
                                    <p:cond delay="0"/>
                                  </p:stCondLst>
                                  <p:childTnLst>
                                    <p:set>
                                      <p:cBhvr>
                                        <p:cTn id="162" dur="indefinite"/>
                                        <p:tgtEl>
                                          <p:spTgt spid="6"/>
                                        </p:tgtEl>
                                        <p:attrNameLst>
                                          <p:attrName>fillcolor</p:attrName>
                                        </p:attrNameLst>
                                      </p:cBhvr>
                                      <p:to>
                                        <p:clrVal>
                                          <a:srgbClr val="00B0F0"/>
                                        </p:clrVal>
                                      </p:to>
                                    </p:set>
                                    <p:set>
                                      <p:cBhvr>
                                        <p:cTn id="163" dur="indefinite"/>
                                        <p:tgtEl>
                                          <p:spTgt spid="6"/>
                                        </p:tgtEl>
                                        <p:attrNameLst>
                                          <p:attrName>fill.type</p:attrName>
                                        </p:attrNameLst>
                                      </p:cBhvr>
                                      <p:to>
                                        <p:strVal val="solid"/>
                                      </p:to>
                                    </p:set>
                                    <p:set>
                                      <p:cBhvr>
                                        <p:cTn id="164" dur="indefinite"/>
                                        <p:tgtEl>
                                          <p:spTgt spid="6"/>
                                        </p:tgtEl>
                                        <p:attrNameLst>
                                          <p:attrName>fill.on</p:attrName>
                                        </p:attrNameLst>
                                      </p:cBhvr>
                                      <p:to>
                                        <p:strVal val="true"/>
                                      </p:to>
                                    </p:set>
                                  </p:childTnLst>
                                </p:cTn>
                              </p:par>
                              <p:par>
                                <p:cTn id="165" presetID="1" presetClass="emph" presetSubtype="1" nodeType="withEffect">
                                  <p:stCondLst>
                                    <p:cond delay="0"/>
                                  </p:stCondLst>
                                  <p:childTnLst>
                                    <p:set>
                                      <p:cBhvr>
                                        <p:cTn id="166" dur="indefinite"/>
                                        <p:tgtEl>
                                          <p:spTgt spid="5"/>
                                        </p:tgtEl>
                                        <p:attrNameLst>
                                          <p:attrName>fillcolor</p:attrName>
                                        </p:attrNameLst>
                                      </p:cBhvr>
                                      <p:to>
                                        <p:clrVal>
                                          <a:srgbClr val="FFFFFF"/>
                                        </p:clrVal>
                                      </p:to>
                                    </p:set>
                                    <p:set>
                                      <p:cBhvr>
                                        <p:cTn id="167" dur="indefinite"/>
                                        <p:tgtEl>
                                          <p:spTgt spid="5"/>
                                        </p:tgtEl>
                                        <p:attrNameLst>
                                          <p:attrName>fill.type</p:attrName>
                                        </p:attrNameLst>
                                      </p:cBhvr>
                                      <p:to>
                                        <p:strVal val="solid"/>
                                      </p:to>
                                    </p:set>
                                    <p:set>
                                      <p:cBhvr>
                                        <p:cTn id="168" dur="indefinite"/>
                                        <p:tgtEl>
                                          <p:spTgt spid="5"/>
                                        </p:tgtEl>
                                        <p:attrNameLst>
                                          <p:attrName>fill.on</p:attrName>
                                        </p:attrNameLst>
                                      </p:cBhvr>
                                      <p:to>
                                        <p:strVal val="tru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0"/>
                                          </p:stCondLst>
                                        </p:cTn>
                                        <p:tgtEl>
                                          <p:spTgt spid="53"/>
                                        </p:tgtEl>
                                        <p:attrNameLst>
                                          <p:attrName>style.visibility</p:attrName>
                                        </p:attrNameLst>
                                      </p:cBhvr>
                                      <p:to>
                                        <p:strVal val="visible"/>
                                      </p:to>
                                    </p:set>
                                  </p:childTnLst>
                                </p:cTn>
                              </p:par>
                              <p:par>
                                <p:cTn id="173" presetID="1" presetClass="exit" presetSubtype="0" fill="hold" nodeType="withEffect">
                                  <p:stCondLst>
                                    <p:cond delay="0"/>
                                  </p:stCondLst>
                                  <p:childTnLst>
                                    <p:set>
                                      <p:cBhvr>
                                        <p:cTn id="174" dur="1" fill="hold">
                                          <p:stCondLst>
                                            <p:cond delay="0"/>
                                          </p:stCondLst>
                                        </p:cTn>
                                        <p:tgtEl>
                                          <p:spTgt spid="51"/>
                                        </p:tgtEl>
                                        <p:attrNameLst>
                                          <p:attrName>style.visibility</p:attrName>
                                        </p:attrNameLst>
                                      </p:cBhvr>
                                      <p:to>
                                        <p:strVal val="hidden"/>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55"/>
                                        </p:tgtEl>
                                        <p:attrNameLst>
                                          <p:attrName>style.visibility</p:attrName>
                                        </p:attrNameLst>
                                      </p:cBhvr>
                                      <p:to>
                                        <p:strVal val="visible"/>
                                      </p:to>
                                    </p:set>
                                  </p:childTnLst>
                                </p:cTn>
                              </p:par>
                              <p:par>
                                <p:cTn id="179" presetID="1" presetClass="exit" presetSubtype="0" fill="hold" nodeType="withEffect">
                                  <p:stCondLst>
                                    <p:cond delay="0"/>
                                  </p:stCondLst>
                                  <p:childTnLst>
                                    <p:set>
                                      <p:cBhvr>
                                        <p:cTn id="180" dur="1" fill="hold">
                                          <p:stCondLst>
                                            <p:cond delay="0"/>
                                          </p:stCondLst>
                                        </p:cTn>
                                        <p:tgtEl>
                                          <p:spTgt spid="53"/>
                                        </p:tgtEl>
                                        <p:attrNameLst>
                                          <p:attrName>style.visibility</p:attrName>
                                        </p:attrNameLst>
                                      </p:cBhvr>
                                      <p:to>
                                        <p:strVal val="hidden"/>
                                      </p:to>
                                    </p:set>
                                  </p:childTnLst>
                                </p:cTn>
                              </p:par>
                            </p:childTnLst>
                          </p:cTn>
                        </p:par>
                      </p:childTnLst>
                    </p:cTn>
                  </p:par>
                  <p:par>
                    <p:cTn id="181" fill="hold">
                      <p:stCondLst>
                        <p:cond delay="indefinite"/>
                      </p:stCondLst>
                      <p:childTnLst>
                        <p:par>
                          <p:cTn id="182" fill="hold">
                            <p:stCondLst>
                              <p:cond delay="0"/>
                            </p:stCondLst>
                            <p:childTnLst>
                              <p:par>
                                <p:cTn id="183" presetID="1" presetClass="emph" presetSubtype="1" nodeType="clickEffect">
                                  <p:stCondLst>
                                    <p:cond delay="0"/>
                                  </p:stCondLst>
                                  <p:childTnLst>
                                    <p:set>
                                      <p:cBhvr>
                                        <p:cTn id="184" dur="indefinite"/>
                                        <p:tgtEl>
                                          <p:spTgt spid="8"/>
                                        </p:tgtEl>
                                        <p:attrNameLst>
                                          <p:attrName>fillcolor</p:attrName>
                                        </p:attrNameLst>
                                      </p:cBhvr>
                                      <p:to>
                                        <p:clrVal>
                                          <a:srgbClr val="FFFF00"/>
                                        </p:clrVal>
                                      </p:to>
                                    </p:set>
                                    <p:set>
                                      <p:cBhvr>
                                        <p:cTn id="185" dur="indefinite"/>
                                        <p:tgtEl>
                                          <p:spTgt spid="8"/>
                                        </p:tgtEl>
                                        <p:attrNameLst>
                                          <p:attrName>fill.type</p:attrName>
                                        </p:attrNameLst>
                                      </p:cBhvr>
                                      <p:to>
                                        <p:strVal val="solid"/>
                                      </p:to>
                                    </p:set>
                                    <p:set>
                                      <p:cBhvr>
                                        <p:cTn id="186" dur="indefinite"/>
                                        <p:tgtEl>
                                          <p:spTgt spid="8"/>
                                        </p:tgtEl>
                                        <p:attrNameLst>
                                          <p:attrName>fill.on</p:attrName>
                                        </p:attrNameLst>
                                      </p:cBhvr>
                                      <p:to>
                                        <p:strVal val="tru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57"/>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mph" presetSubtype="1" nodeType="clickEffect">
                                  <p:stCondLst>
                                    <p:cond delay="0"/>
                                  </p:stCondLst>
                                  <p:childTnLst>
                                    <p:set>
                                      <p:cBhvr>
                                        <p:cTn id="194" dur="indefinite"/>
                                        <p:tgtEl>
                                          <p:spTgt spid="6"/>
                                        </p:tgtEl>
                                        <p:attrNameLst>
                                          <p:attrName>fillcolor</p:attrName>
                                        </p:attrNameLst>
                                      </p:cBhvr>
                                      <p:to>
                                        <p:clrVal>
                                          <a:srgbClr val="FFFFFF"/>
                                        </p:clrVal>
                                      </p:to>
                                    </p:set>
                                    <p:set>
                                      <p:cBhvr>
                                        <p:cTn id="195" dur="indefinite"/>
                                        <p:tgtEl>
                                          <p:spTgt spid="6"/>
                                        </p:tgtEl>
                                        <p:attrNameLst>
                                          <p:attrName>fill.type</p:attrName>
                                        </p:attrNameLst>
                                      </p:cBhvr>
                                      <p:to>
                                        <p:strVal val="solid"/>
                                      </p:to>
                                    </p:set>
                                    <p:set>
                                      <p:cBhvr>
                                        <p:cTn id="196" dur="indefinite"/>
                                        <p:tgtEl>
                                          <p:spTgt spid="6"/>
                                        </p:tgtEl>
                                        <p:attrNameLst>
                                          <p:attrName>fill.on</p:attrName>
                                        </p:attrNameLst>
                                      </p:cBhvr>
                                      <p:to>
                                        <p:strVal val="true"/>
                                      </p:to>
                                    </p:set>
                                  </p:childTnLst>
                                </p:cTn>
                              </p:par>
                              <p:par>
                                <p:cTn id="197" presetID="1" presetClass="emph" presetSubtype="1" nodeType="withEffect">
                                  <p:stCondLst>
                                    <p:cond delay="0"/>
                                  </p:stCondLst>
                                  <p:childTnLst>
                                    <p:set>
                                      <p:cBhvr>
                                        <p:cTn id="198" dur="indefinite"/>
                                        <p:tgtEl>
                                          <p:spTgt spid="8"/>
                                        </p:tgtEl>
                                        <p:attrNameLst>
                                          <p:attrName>fillcolor</p:attrName>
                                        </p:attrNameLst>
                                      </p:cBhvr>
                                      <p:to>
                                        <p:clrVal>
                                          <a:srgbClr val="00B0F0"/>
                                        </p:clrVal>
                                      </p:to>
                                    </p:set>
                                    <p:set>
                                      <p:cBhvr>
                                        <p:cTn id="199" dur="indefinite"/>
                                        <p:tgtEl>
                                          <p:spTgt spid="8"/>
                                        </p:tgtEl>
                                        <p:attrNameLst>
                                          <p:attrName>fill.type</p:attrName>
                                        </p:attrNameLst>
                                      </p:cBhvr>
                                      <p:to>
                                        <p:strVal val="solid"/>
                                      </p:to>
                                    </p:set>
                                    <p:set>
                                      <p:cBhvr>
                                        <p:cTn id="200" dur="indefinite"/>
                                        <p:tgtEl>
                                          <p:spTgt spid="8"/>
                                        </p:tgtEl>
                                        <p:attrNameLst>
                                          <p:attrName>fill.on</p:attrName>
                                        </p:attrNameLst>
                                      </p:cBhvr>
                                      <p:to>
                                        <p:strVal val="tru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nodeType="clickEffect">
                                  <p:stCondLst>
                                    <p:cond delay="0"/>
                                  </p:stCondLst>
                                  <p:childTnLst>
                                    <p:set>
                                      <p:cBhvr>
                                        <p:cTn id="204" dur="1" fill="hold">
                                          <p:stCondLst>
                                            <p:cond delay="0"/>
                                          </p:stCondLst>
                                        </p:cTn>
                                        <p:tgtEl>
                                          <p:spTgt spid="66"/>
                                        </p:tgtEl>
                                        <p:attrNameLst>
                                          <p:attrName>style.visibility</p:attrName>
                                        </p:attrNameLst>
                                      </p:cBhvr>
                                      <p:to>
                                        <p:strVal val="visible"/>
                                      </p:to>
                                    </p:set>
                                  </p:childTnLst>
                                </p:cTn>
                              </p:par>
                              <p:par>
                                <p:cTn id="205" presetID="1" presetClass="exit" presetSubtype="0" fill="hold" nodeType="withEffect">
                                  <p:stCondLst>
                                    <p:cond delay="0"/>
                                  </p:stCondLst>
                                  <p:childTnLst>
                                    <p:set>
                                      <p:cBhvr>
                                        <p:cTn id="206" dur="1" fill="hold">
                                          <p:stCondLst>
                                            <p:cond delay="0"/>
                                          </p:stCondLst>
                                        </p:cTn>
                                        <p:tgtEl>
                                          <p:spTgt spid="57"/>
                                        </p:tgtEl>
                                        <p:attrNameLst>
                                          <p:attrName>style.visibility</p:attrName>
                                        </p:attrNameLst>
                                      </p:cBhvr>
                                      <p:to>
                                        <p:strVal val="hidden"/>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67"/>
                                        </p:tgtEl>
                                        <p:attrNameLst>
                                          <p:attrName>style.visibility</p:attrName>
                                        </p:attrNameLst>
                                      </p:cBhvr>
                                      <p:to>
                                        <p:strVal val="visible"/>
                                      </p:to>
                                    </p:set>
                                  </p:childTnLst>
                                </p:cTn>
                              </p:par>
                              <p:par>
                                <p:cTn id="211" presetID="1" presetClass="exit" presetSubtype="0" fill="hold" nodeType="withEffect">
                                  <p:stCondLst>
                                    <p:cond delay="0"/>
                                  </p:stCondLst>
                                  <p:childTnLst>
                                    <p:set>
                                      <p:cBhvr>
                                        <p:cTn id="212" dur="1" fill="hold">
                                          <p:stCondLst>
                                            <p:cond delay="0"/>
                                          </p:stCondLst>
                                        </p:cTn>
                                        <p:tgtEl>
                                          <p:spTgt spid="66"/>
                                        </p:tgtEl>
                                        <p:attrNameLst>
                                          <p:attrName>style.visibility</p:attrName>
                                        </p:attrNameLst>
                                      </p:cBhvr>
                                      <p:to>
                                        <p:strVal val="hidden"/>
                                      </p:to>
                                    </p:set>
                                  </p:childTnLst>
                                </p:cTn>
                              </p:par>
                            </p:childTnLst>
                          </p:cTn>
                        </p:par>
                      </p:childTnLst>
                    </p:cTn>
                  </p:par>
                  <p:par>
                    <p:cTn id="213" fill="hold">
                      <p:stCondLst>
                        <p:cond delay="indefinite"/>
                      </p:stCondLst>
                      <p:childTnLst>
                        <p:par>
                          <p:cTn id="214" fill="hold">
                            <p:stCondLst>
                              <p:cond delay="0"/>
                            </p:stCondLst>
                            <p:childTnLst>
                              <p:par>
                                <p:cTn id="215" presetID="1" presetClass="entr" presetSubtype="0" fill="hold" nodeType="clickEffect">
                                  <p:stCondLst>
                                    <p:cond delay="0"/>
                                  </p:stCondLst>
                                  <p:childTnLst>
                                    <p:set>
                                      <p:cBhvr>
                                        <p:cTn id="216" dur="1" fill="hold">
                                          <p:stCondLst>
                                            <p:cond delay="0"/>
                                          </p:stCondLst>
                                        </p:cTn>
                                        <p:tgtEl>
                                          <p:spTgt spid="68"/>
                                        </p:tgtEl>
                                        <p:attrNameLst>
                                          <p:attrName>style.visibility</p:attrName>
                                        </p:attrNameLst>
                                      </p:cBhvr>
                                      <p:to>
                                        <p:strVal val="visible"/>
                                      </p:to>
                                    </p:set>
                                  </p:childTnLst>
                                </p:cTn>
                              </p:par>
                              <p:par>
                                <p:cTn id="217" presetID="1" presetClass="exit" presetSubtype="0" fill="hold" nodeType="withEffect">
                                  <p:stCondLst>
                                    <p:cond delay="0"/>
                                  </p:stCondLst>
                                  <p:childTnLst>
                                    <p:set>
                                      <p:cBhvr>
                                        <p:cTn id="218" dur="1" fill="hold">
                                          <p:stCondLst>
                                            <p:cond delay="0"/>
                                          </p:stCondLst>
                                        </p:cTn>
                                        <p:tgtEl>
                                          <p:spTgt spid="67"/>
                                        </p:tgtEl>
                                        <p:attrNameLst>
                                          <p:attrName>style.visibility</p:attrName>
                                        </p:attrNameLst>
                                      </p:cBhvr>
                                      <p:to>
                                        <p:strVal val="hidden"/>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69"/>
                                        </p:tgtEl>
                                        <p:attrNameLst>
                                          <p:attrName>style.visibility</p:attrName>
                                        </p:attrNameLst>
                                      </p:cBhvr>
                                      <p:to>
                                        <p:strVal val="visible"/>
                                      </p:to>
                                    </p:set>
                                  </p:childTnLst>
                                </p:cTn>
                              </p:par>
                              <p:par>
                                <p:cTn id="223" presetID="1" presetClass="exit" presetSubtype="0" fill="hold" nodeType="withEffect">
                                  <p:stCondLst>
                                    <p:cond delay="0"/>
                                  </p:stCondLst>
                                  <p:childTnLst>
                                    <p:set>
                                      <p:cBhvr>
                                        <p:cTn id="224" dur="1" fill="hold">
                                          <p:stCondLst>
                                            <p:cond delay="0"/>
                                          </p:stCondLst>
                                        </p:cTn>
                                        <p:tgtEl>
                                          <p:spTgt spid="68"/>
                                        </p:tgtEl>
                                        <p:attrNameLst>
                                          <p:attrName>style.visibility</p:attrName>
                                        </p:attrNameLst>
                                      </p:cBhvr>
                                      <p:to>
                                        <p:strVal val="hidden"/>
                                      </p:to>
                                    </p:set>
                                  </p:childTnLst>
                                </p:cTn>
                              </p:par>
                            </p:childTnLst>
                          </p:cTn>
                        </p:par>
                      </p:childTnLst>
                    </p:cTn>
                  </p:par>
                  <p:par>
                    <p:cTn id="225" fill="hold">
                      <p:stCondLst>
                        <p:cond delay="indefinite"/>
                      </p:stCondLst>
                      <p:childTnLst>
                        <p:par>
                          <p:cTn id="226" fill="hold">
                            <p:stCondLst>
                              <p:cond delay="0"/>
                            </p:stCondLst>
                            <p:childTnLst>
                              <p:par>
                                <p:cTn id="227" presetID="1" presetClass="emph" presetSubtype="1" nodeType="clickEffect">
                                  <p:stCondLst>
                                    <p:cond delay="0"/>
                                  </p:stCondLst>
                                  <p:childTnLst>
                                    <p:set>
                                      <p:cBhvr>
                                        <p:cTn id="228" dur="indefinite"/>
                                        <p:tgtEl>
                                          <p:spTgt spid="5"/>
                                        </p:tgtEl>
                                        <p:attrNameLst>
                                          <p:attrName>fillcolor</p:attrName>
                                        </p:attrNameLst>
                                      </p:cBhvr>
                                      <p:to>
                                        <p:clrVal>
                                          <a:srgbClr val="FFFF00"/>
                                        </p:clrVal>
                                      </p:to>
                                    </p:set>
                                    <p:set>
                                      <p:cBhvr>
                                        <p:cTn id="229" dur="indefinite"/>
                                        <p:tgtEl>
                                          <p:spTgt spid="5"/>
                                        </p:tgtEl>
                                        <p:attrNameLst>
                                          <p:attrName>fill.type</p:attrName>
                                        </p:attrNameLst>
                                      </p:cBhvr>
                                      <p:to>
                                        <p:strVal val="solid"/>
                                      </p:to>
                                    </p:set>
                                    <p:set>
                                      <p:cBhvr>
                                        <p:cTn id="230" dur="indefinite"/>
                                        <p:tgtEl>
                                          <p:spTgt spid="5"/>
                                        </p:tgtEl>
                                        <p:attrNameLst>
                                          <p:attrName>fill.on</p:attrName>
                                        </p:attrNameLst>
                                      </p:cBhvr>
                                      <p:to>
                                        <p:strVal val="tru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70"/>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mph" presetSubtype="1" nodeType="clickEffect">
                                  <p:stCondLst>
                                    <p:cond delay="0"/>
                                  </p:stCondLst>
                                  <p:childTnLst>
                                    <p:set>
                                      <p:cBhvr>
                                        <p:cTn id="238" dur="indefinite"/>
                                        <p:tgtEl>
                                          <p:spTgt spid="8"/>
                                        </p:tgtEl>
                                        <p:attrNameLst>
                                          <p:attrName>fillcolor</p:attrName>
                                        </p:attrNameLst>
                                      </p:cBhvr>
                                      <p:to>
                                        <p:clrVal>
                                          <a:srgbClr val="FFFFFF"/>
                                        </p:clrVal>
                                      </p:to>
                                    </p:set>
                                    <p:set>
                                      <p:cBhvr>
                                        <p:cTn id="239" dur="indefinite"/>
                                        <p:tgtEl>
                                          <p:spTgt spid="8"/>
                                        </p:tgtEl>
                                        <p:attrNameLst>
                                          <p:attrName>fill.type</p:attrName>
                                        </p:attrNameLst>
                                      </p:cBhvr>
                                      <p:to>
                                        <p:strVal val="solid"/>
                                      </p:to>
                                    </p:set>
                                    <p:set>
                                      <p:cBhvr>
                                        <p:cTn id="240" dur="indefinite"/>
                                        <p:tgtEl>
                                          <p:spTgt spid="8"/>
                                        </p:tgtEl>
                                        <p:attrNameLst>
                                          <p:attrName>fill.on</p:attrName>
                                        </p:attrNameLst>
                                      </p:cBhvr>
                                      <p:to>
                                        <p:strVal val="true"/>
                                      </p:to>
                                    </p:set>
                                  </p:childTnLst>
                                </p:cTn>
                              </p:par>
                              <p:par>
                                <p:cTn id="241" presetID="1" presetClass="emph" presetSubtype="1" nodeType="withEffect">
                                  <p:stCondLst>
                                    <p:cond delay="0"/>
                                  </p:stCondLst>
                                  <p:childTnLst>
                                    <p:set>
                                      <p:cBhvr>
                                        <p:cTn id="242" dur="indefinite"/>
                                        <p:tgtEl>
                                          <p:spTgt spid="5"/>
                                        </p:tgtEl>
                                        <p:attrNameLst>
                                          <p:attrName>fillcolor</p:attrName>
                                        </p:attrNameLst>
                                      </p:cBhvr>
                                      <p:to>
                                        <p:clrVal>
                                          <a:srgbClr val="00B0F0"/>
                                        </p:clrVal>
                                      </p:to>
                                    </p:set>
                                    <p:set>
                                      <p:cBhvr>
                                        <p:cTn id="243" dur="indefinite"/>
                                        <p:tgtEl>
                                          <p:spTgt spid="5"/>
                                        </p:tgtEl>
                                        <p:attrNameLst>
                                          <p:attrName>fill.type</p:attrName>
                                        </p:attrNameLst>
                                      </p:cBhvr>
                                      <p:to>
                                        <p:strVal val="solid"/>
                                      </p:to>
                                    </p:set>
                                    <p:set>
                                      <p:cBhvr>
                                        <p:cTn id="244" dur="indefinite"/>
                                        <p:tgtEl>
                                          <p:spTgt spid="5"/>
                                        </p:tgtEl>
                                        <p:attrNameLst>
                                          <p:attrName>fill.on</p:attrName>
                                        </p:attrNameLst>
                                      </p:cBhvr>
                                      <p:to>
                                        <p:strVal val="true"/>
                                      </p:to>
                                    </p:set>
                                  </p:childTnLst>
                                </p:cTn>
                              </p:par>
                            </p:childTnLst>
                          </p:cTn>
                        </p:par>
                      </p:childTnLst>
                    </p:cTn>
                  </p:par>
                  <p:par>
                    <p:cTn id="245" fill="hold">
                      <p:stCondLst>
                        <p:cond delay="indefinite"/>
                      </p:stCondLst>
                      <p:childTnLst>
                        <p:par>
                          <p:cTn id="246" fill="hold">
                            <p:stCondLst>
                              <p:cond delay="0"/>
                            </p:stCondLst>
                            <p:childTnLst>
                              <p:par>
                                <p:cTn id="247" presetID="1" presetClass="entr" presetSubtype="0" fill="hold" nodeType="clickEffect">
                                  <p:stCondLst>
                                    <p:cond delay="0"/>
                                  </p:stCondLst>
                                  <p:childTnLst>
                                    <p:set>
                                      <p:cBhvr>
                                        <p:cTn id="248" dur="1" fill="hold">
                                          <p:stCondLst>
                                            <p:cond delay="0"/>
                                          </p:stCondLst>
                                        </p:cTn>
                                        <p:tgtEl>
                                          <p:spTgt spid="71"/>
                                        </p:tgtEl>
                                        <p:attrNameLst>
                                          <p:attrName>style.visibility</p:attrName>
                                        </p:attrNameLst>
                                      </p:cBhvr>
                                      <p:to>
                                        <p:strVal val="visible"/>
                                      </p:to>
                                    </p:set>
                                  </p:childTnLst>
                                </p:cTn>
                              </p:par>
                              <p:par>
                                <p:cTn id="249" presetID="1" presetClass="exit" presetSubtype="0" fill="hold" nodeType="withEffect">
                                  <p:stCondLst>
                                    <p:cond delay="0"/>
                                  </p:stCondLst>
                                  <p:childTnLst>
                                    <p:set>
                                      <p:cBhvr>
                                        <p:cTn id="250" dur="1" fill="hold">
                                          <p:stCondLst>
                                            <p:cond delay="0"/>
                                          </p:stCondLst>
                                        </p:cTn>
                                        <p:tgtEl>
                                          <p:spTgt spid="70"/>
                                        </p:tgtEl>
                                        <p:attrNameLst>
                                          <p:attrName>style.visibility</p:attrName>
                                        </p:attrNameLst>
                                      </p:cBhvr>
                                      <p:to>
                                        <p:strVal val="hidden"/>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72"/>
                                        </p:tgtEl>
                                        <p:attrNameLst>
                                          <p:attrName>style.visibility</p:attrName>
                                        </p:attrNameLst>
                                      </p:cBhvr>
                                      <p:to>
                                        <p:strVal val="visible"/>
                                      </p:to>
                                    </p:set>
                                  </p:childTnLst>
                                </p:cTn>
                              </p:par>
                              <p:par>
                                <p:cTn id="255" presetID="1" presetClass="exit" presetSubtype="0" fill="hold" nodeType="withEffect">
                                  <p:stCondLst>
                                    <p:cond delay="0"/>
                                  </p:stCondLst>
                                  <p:childTnLst>
                                    <p:set>
                                      <p:cBhvr>
                                        <p:cTn id="256" dur="1" fill="hold">
                                          <p:stCondLst>
                                            <p:cond delay="0"/>
                                          </p:stCondLst>
                                        </p:cTn>
                                        <p:tgtEl>
                                          <p:spTgt spid="71"/>
                                        </p:tgtEl>
                                        <p:attrNameLst>
                                          <p:attrName>style.visibility</p:attrName>
                                        </p:attrNameLst>
                                      </p:cBhvr>
                                      <p:to>
                                        <p:strVal val="hidden"/>
                                      </p:to>
                                    </p:set>
                                  </p:childTnLst>
                                </p:cTn>
                              </p:par>
                            </p:childTnLst>
                          </p:cTn>
                        </p:par>
                      </p:childTnLst>
                    </p:cTn>
                  </p:par>
                  <p:par>
                    <p:cTn id="257" fill="hold">
                      <p:stCondLst>
                        <p:cond delay="indefinite"/>
                      </p:stCondLst>
                      <p:childTnLst>
                        <p:par>
                          <p:cTn id="258" fill="hold">
                            <p:stCondLst>
                              <p:cond delay="0"/>
                            </p:stCondLst>
                            <p:childTnLst>
                              <p:par>
                                <p:cTn id="259" presetID="1" presetClass="entr" presetSubtype="0" fill="hold" nodeType="clickEffect">
                                  <p:stCondLst>
                                    <p:cond delay="0"/>
                                  </p:stCondLst>
                                  <p:childTnLst>
                                    <p:set>
                                      <p:cBhvr>
                                        <p:cTn id="260" dur="1" fill="hold">
                                          <p:stCondLst>
                                            <p:cond delay="0"/>
                                          </p:stCondLst>
                                        </p:cTn>
                                        <p:tgtEl>
                                          <p:spTgt spid="73"/>
                                        </p:tgtEl>
                                        <p:attrNameLst>
                                          <p:attrName>style.visibility</p:attrName>
                                        </p:attrNameLst>
                                      </p:cBhvr>
                                      <p:to>
                                        <p:strVal val="visible"/>
                                      </p:to>
                                    </p:set>
                                  </p:childTnLst>
                                </p:cTn>
                              </p:par>
                              <p:par>
                                <p:cTn id="261" presetID="1" presetClass="exit" presetSubtype="0" fill="hold" nodeType="withEffect">
                                  <p:stCondLst>
                                    <p:cond delay="0"/>
                                  </p:stCondLst>
                                  <p:childTnLst>
                                    <p:set>
                                      <p:cBhvr>
                                        <p:cTn id="262" dur="1" fill="hold">
                                          <p:stCondLst>
                                            <p:cond delay="0"/>
                                          </p:stCondLst>
                                        </p:cTn>
                                        <p:tgtEl>
                                          <p:spTgt spid="72"/>
                                        </p:tgtEl>
                                        <p:attrNameLst>
                                          <p:attrName>style.visibility</p:attrName>
                                        </p:attrNameLst>
                                      </p:cBhvr>
                                      <p:to>
                                        <p:strVal val="hidden"/>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74"/>
                                        </p:tgtEl>
                                        <p:attrNameLst>
                                          <p:attrName>style.visibility</p:attrName>
                                        </p:attrNameLst>
                                      </p:cBhvr>
                                      <p:to>
                                        <p:strVal val="visible"/>
                                      </p:to>
                                    </p:set>
                                  </p:childTnLst>
                                </p:cTn>
                              </p:par>
                              <p:par>
                                <p:cTn id="267" presetID="1" presetClass="exit" presetSubtype="0" fill="hold" nodeType="withEffect">
                                  <p:stCondLst>
                                    <p:cond delay="0"/>
                                  </p:stCondLst>
                                  <p:childTnLst>
                                    <p:set>
                                      <p:cBhvr>
                                        <p:cTn id="268" dur="1" fill="hold">
                                          <p:stCondLst>
                                            <p:cond delay="0"/>
                                          </p:stCondLst>
                                        </p:cTn>
                                        <p:tgtEl>
                                          <p:spTgt spid="73"/>
                                        </p:tgtEl>
                                        <p:attrNameLst>
                                          <p:attrName>style.visibility</p:attrName>
                                        </p:attrNameLst>
                                      </p:cBhvr>
                                      <p:to>
                                        <p:strVal val="hidden"/>
                                      </p:to>
                                    </p:set>
                                  </p:childTnLst>
                                </p:cTn>
                              </p:par>
                            </p:childTnLst>
                          </p:cTn>
                        </p:par>
                      </p:childTnLst>
                    </p:cTn>
                  </p:par>
                  <p:par>
                    <p:cTn id="269" fill="hold">
                      <p:stCondLst>
                        <p:cond delay="indefinite"/>
                      </p:stCondLst>
                      <p:childTnLst>
                        <p:par>
                          <p:cTn id="270" fill="hold">
                            <p:stCondLst>
                              <p:cond delay="0"/>
                            </p:stCondLst>
                            <p:childTnLst>
                              <p:par>
                                <p:cTn id="271" presetID="1" presetClass="entr" presetSubtype="0" fill="hold" nodeType="clickEffect">
                                  <p:stCondLst>
                                    <p:cond delay="0"/>
                                  </p:stCondLst>
                                  <p:childTnLst>
                                    <p:set>
                                      <p:cBhvr>
                                        <p:cTn id="272" dur="1" fill="hold">
                                          <p:stCondLst>
                                            <p:cond delay="0"/>
                                          </p:stCondLst>
                                        </p:cTn>
                                        <p:tgtEl>
                                          <p:spTgt spid="75"/>
                                        </p:tgtEl>
                                        <p:attrNameLst>
                                          <p:attrName>style.visibility</p:attrName>
                                        </p:attrNameLst>
                                      </p:cBhvr>
                                      <p:to>
                                        <p:strVal val="visible"/>
                                      </p:to>
                                    </p:set>
                                  </p:childTnLst>
                                </p:cTn>
                              </p:par>
                              <p:par>
                                <p:cTn id="273" presetID="1" presetClass="exit" presetSubtype="0" fill="hold" nodeType="withEffect">
                                  <p:stCondLst>
                                    <p:cond delay="0"/>
                                  </p:stCondLst>
                                  <p:childTnLst>
                                    <p:set>
                                      <p:cBhvr>
                                        <p:cTn id="274" dur="1" fill="hold">
                                          <p:stCondLst>
                                            <p:cond delay="0"/>
                                          </p:stCondLst>
                                        </p:cTn>
                                        <p:tgtEl>
                                          <p:spTgt spid="74"/>
                                        </p:tgtEl>
                                        <p:attrNameLst>
                                          <p:attrName>style.visibility</p:attrName>
                                        </p:attrNameLst>
                                      </p:cBhvr>
                                      <p:to>
                                        <p:strVal val="hidden"/>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76"/>
                                        </p:tgtEl>
                                        <p:attrNameLst>
                                          <p:attrName>style.visibility</p:attrName>
                                        </p:attrNameLst>
                                      </p:cBhvr>
                                      <p:to>
                                        <p:strVal val="visible"/>
                                      </p:to>
                                    </p:set>
                                  </p:childTnLst>
                                </p:cTn>
                              </p:par>
                              <p:par>
                                <p:cTn id="279" presetID="1" presetClass="exit" presetSubtype="0" fill="hold" nodeType="withEffect">
                                  <p:stCondLst>
                                    <p:cond delay="0"/>
                                  </p:stCondLst>
                                  <p:childTnLst>
                                    <p:set>
                                      <p:cBhvr>
                                        <p:cTn id="280" dur="1" fill="hold">
                                          <p:stCondLst>
                                            <p:cond delay="0"/>
                                          </p:stCondLst>
                                        </p:cTn>
                                        <p:tgtEl>
                                          <p:spTgt spid="75"/>
                                        </p:tgtEl>
                                        <p:attrNameLst>
                                          <p:attrName>style.visibility</p:attrName>
                                        </p:attrNameLst>
                                      </p:cBhvr>
                                      <p:to>
                                        <p:strVal val="hidden"/>
                                      </p:to>
                                    </p:set>
                                  </p:childTnLst>
                                </p:cTn>
                              </p:par>
                            </p:childTnLst>
                          </p:cTn>
                        </p:par>
                      </p:childTnLst>
                    </p:cTn>
                  </p:par>
                  <p:par>
                    <p:cTn id="281" fill="hold">
                      <p:stCondLst>
                        <p:cond delay="indefinite"/>
                      </p:stCondLst>
                      <p:childTnLst>
                        <p:par>
                          <p:cTn id="282" fill="hold">
                            <p:stCondLst>
                              <p:cond delay="0"/>
                            </p:stCondLst>
                            <p:childTnLst>
                              <p:par>
                                <p:cTn id="283" presetID="1" presetClass="entr" presetSubtype="0" fill="hold" nodeType="clickEffect">
                                  <p:stCondLst>
                                    <p:cond delay="0"/>
                                  </p:stCondLst>
                                  <p:childTnLst>
                                    <p:set>
                                      <p:cBhvr>
                                        <p:cTn id="284" dur="1" fill="hold">
                                          <p:stCondLst>
                                            <p:cond delay="0"/>
                                          </p:stCondLst>
                                        </p:cTn>
                                        <p:tgtEl>
                                          <p:spTgt spid="77"/>
                                        </p:tgtEl>
                                        <p:attrNameLst>
                                          <p:attrName>style.visibility</p:attrName>
                                        </p:attrNameLst>
                                      </p:cBhvr>
                                      <p:to>
                                        <p:strVal val="visible"/>
                                      </p:to>
                                    </p:set>
                                  </p:childTnLst>
                                </p:cTn>
                              </p:par>
                              <p:par>
                                <p:cTn id="285" presetID="1" presetClass="exit" presetSubtype="0" fill="hold" nodeType="withEffect">
                                  <p:stCondLst>
                                    <p:cond delay="0"/>
                                  </p:stCondLst>
                                  <p:childTnLst>
                                    <p:set>
                                      <p:cBhvr>
                                        <p:cTn id="286" dur="1" fill="hold">
                                          <p:stCondLst>
                                            <p:cond delay="0"/>
                                          </p:stCondLst>
                                        </p:cTn>
                                        <p:tgtEl>
                                          <p:spTgt spid="76"/>
                                        </p:tgtEl>
                                        <p:attrNameLst>
                                          <p:attrName>style.visibility</p:attrName>
                                        </p:attrNameLst>
                                      </p:cBhvr>
                                      <p:to>
                                        <p:strVal val="hidden"/>
                                      </p:to>
                                    </p:set>
                                  </p:childTnLst>
                                </p:cTn>
                              </p:par>
                            </p:childTnLst>
                          </p:cTn>
                        </p:par>
                      </p:childTnLst>
                    </p:cTn>
                  </p:par>
                  <p:par>
                    <p:cTn id="287" fill="hold">
                      <p:stCondLst>
                        <p:cond delay="indefinite"/>
                      </p:stCondLst>
                      <p:childTnLst>
                        <p:par>
                          <p:cTn id="288" fill="hold">
                            <p:stCondLst>
                              <p:cond delay="0"/>
                            </p:stCondLst>
                            <p:childTnLst>
                              <p:par>
                                <p:cTn id="289" presetID="1" presetClass="emph" presetSubtype="1" nodeType="clickEffect">
                                  <p:stCondLst>
                                    <p:cond delay="0"/>
                                  </p:stCondLst>
                                  <p:childTnLst>
                                    <p:set>
                                      <p:cBhvr>
                                        <p:cTn id="290" dur="indefinite"/>
                                        <p:tgtEl>
                                          <p:spTgt spid="6"/>
                                        </p:tgtEl>
                                        <p:attrNameLst>
                                          <p:attrName>fillcolor</p:attrName>
                                        </p:attrNameLst>
                                      </p:cBhvr>
                                      <p:to>
                                        <p:clrVal>
                                          <a:srgbClr val="FFFF00"/>
                                        </p:clrVal>
                                      </p:to>
                                    </p:set>
                                    <p:set>
                                      <p:cBhvr>
                                        <p:cTn id="291" dur="indefinite"/>
                                        <p:tgtEl>
                                          <p:spTgt spid="6"/>
                                        </p:tgtEl>
                                        <p:attrNameLst>
                                          <p:attrName>fill.type</p:attrName>
                                        </p:attrNameLst>
                                      </p:cBhvr>
                                      <p:to>
                                        <p:strVal val="solid"/>
                                      </p:to>
                                    </p:set>
                                    <p:set>
                                      <p:cBhvr>
                                        <p:cTn id="292" dur="indefinite"/>
                                        <p:tgtEl>
                                          <p:spTgt spid="6"/>
                                        </p:tgtEl>
                                        <p:attrNameLst>
                                          <p:attrName>fill.on</p:attrName>
                                        </p:attrNameLst>
                                      </p:cBhvr>
                                      <p:to>
                                        <p:strVal val="true"/>
                                      </p:to>
                                    </p:set>
                                  </p:childTnLst>
                                </p:cTn>
                              </p:par>
                            </p:childTnLst>
                          </p:cTn>
                        </p:par>
                      </p:childTnLst>
                    </p:cTn>
                  </p:par>
                  <p:par>
                    <p:cTn id="293" fill="hold">
                      <p:stCondLst>
                        <p:cond delay="indefinite"/>
                      </p:stCondLst>
                      <p:childTnLst>
                        <p:par>
                          <p:cTn id="294" fill="hold">
                            <p:stCondLst>
                              <p:cond delay="0"/>
                            </p:stCondLst>
                            <p:childTnLst>
                              <p:par>
                                <p:cTn id="295" presetID="1" presetClass="entr" presetSubtype="0" fill="hold" nodeType="clickEffect">
                                  <p:stCondLst>
                                    <p:cond delay="0"/>
                                  </p:stCondLst>
                                  <p:childTnLst>
                                    <p:set>
                                      <p:cBhvr>
                                        <p:cTn id="296" dur="1" fill="hold">
                                          <p:stCondLst>
                                            <p:cond delay="0"/>
                                          </p:stCondLst>
                                        </p:cTn>
                                        <p:tgtEl>
                                          <p:spTgt spid="78"/>
                                        </p:tgtEl>
                                        <p:attrNameLst>
                                          <p:attrName>style.visibility</p:attrName>
                                        </p:attrNameLst>
                                      </p:cBhvr>
                                      <p:to>
                                        <p:strVal val="visible"/>
                                      </p:to>
                                    </p:set>
                                  </p:childTnLst>
                                </p:cTn>
                              </p:par>
                            </p:childTnLst>
                          </p:cTn>
                        </p:par>
                      </p:childTnLst>
                    </p:cTn>
                  </p:par>
                  <p:par>
                    <p:cTn id="297" fill="hold">
                      <p:stCondLst>
                        <p:cond delay="indefinite"/>
                      </p:stCondLst>
                      <p:childTnLst>
                        <p:par>
                          <p:cTn id="298" fill="hold">
                            <p:stCondLst>
                              <p:cond delay="0"/>
                            </p:stCondLst>
                            <p:childTnLst>
                              <p:par>
                                <p:cTn id="299" presetID="1" presetClass="emph" presetSubtype="1" nodeType="clickEffect">
                                  <p:stCondLst>
                                    <p:cond delay="0"/>
                                  </p:stCondLst>
                                  <p:childTnLst>
                                    <p:set>
                                      <p:cBhvr>
                                        <p:cTn id="300" dur="indefinite"/>
                                        <p:tgtEl>
                                          <p:spTgt spid="6"/>
                                        </p:tgtEl>
                                        <p:attrNameLst>
                                          <p:attrName>fillcolor</p:attrName>
                                        </p:attrNameLst>
                                      </p:cBhvr>
                                      <p:to>
                                        <p:clrVal>
                                          <a:srgbClr val="00B0F0"/>
                                        </p:clrVal>
                                      </p:to>
                                    </p:set>
                                    <p:set>
                                      <p:cBhvr>
                                        <p:cTn id="301" dur="indefinite"/>
                                        <p:tgtEl>
                                          <p:spTgt spid="6"/>
                                        </p:tgtEl>
                                        <p:attrNameLst>
                                          <p:attrName>fill.type</p:attrName>
                                        </p:attrNameLst>
                                      </p:cBhvr>
                                      <p:to>
                                        <p:strVal val="solid"/>
                                      </p:to>
                                    </p:set>
                                    <p:set>
                                      <p:cBhvr>
                                        <p:cTn id="302" dur="indefinite"/>
                                        <p:tgtEl>
                                          <p:spTgt spid="6"/>
                                        </p:tgtEl>
                                        <p:attrNameLst>
                                          <p:attrName>fill.on</p:attrName>
                                        </p:attrNameLst>
                                      </p:cBhvr>
                                      <p:to>
                                        <p:strVal val="true"/>
                                      </p:to>
                                    </p:set>
                                  </p:childTnLst>
                                </p:cTn>
                              </p:par>
                              <p:par>
                                <p:cTn id="303" presetID="1" presetClass="emph" presetSubtype="1" nodeType="withEffect">
                                  <p:stCondLst>
                                    <p:cond delay="0"/>
                                  </p:stCondLst>
                                  <p:childTnLst>
                                    <p:set>
                                      <p:cBhvr>
                                        <p:cTn id="304" dur="indefinite"/>
                                        <p:tgtEl>
                                          <p:spTgt spid="5"/>
                                        </p:tgtEl>
                                        <p:attrNameLst>
                                          <p:attrName>fillcolor</p:attrName>
                                        </p:attrNameLst>
                                      </p:cBhvr>
                                      <p:to>
                                        <p:clrVal>
                                          <a:srgbClr val="FFFFFF"/>
                                        </p:clrVal>
                                      </p:to>
                                    </p:set>
                                    <p:set>
                                      <p:cBhvr>
                                        <p:cTn id="305" dur="indefinite"/>
                                        <p:tgtEl>
                                          <p:spTgt spid="5"/>
                                        </p:tgtEl>
                                        <p:attrNameLst>
                                          <p:attrName>fill.type</p:attrName>
                                        </p:attrNameLst>
                                      </p:cBhvr>
                                      <p:to>
                                        <p:strVal val="solid"/>
                                      </p:to>
                                    </p:set>
                                    <p:set>
                                      <p:cBhvr>
                                        <p:cTn id="306" dur="indefinite"/>
                                        <p:tgtEl>
                                          <p:spTgt spid="5"/>
                                        </p:tgtEl>
                                        <p:attrNameLst>
                                          <p:attrName>fill.on</p:attrName>
                                        </p:attrNameLst>
                                      </p:cBhvr>
                                      <p:to>
                                        <p:strVal val="tru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nodeType="clickEffect">
                                  <p:stCondLst>
                                    <p:cond delay="0"/>
                                  </p:stCondLst>
                                  <p:childTnLst>
                                    <p:set>
                                      <p:cBhvr>
                                        <p:cTn id="310" dur="1" fill="hold">
                                          <p:stCondLst>
                                            <p:cond delay="0"/>
                                          </p:stCondLst>
                                        </p:cTn>
                                        <p:tgtEl>
                                          <p:spTgt spid="79"/>
                                        </p:tgtEl>
                                        <p:attrNameLst>
                                          <p:attrName>style.visibility</p:attrName>
                                        </p:attrNameLst>
                                      </p:cBhvr>
                                      <p:to>
                                        <p:strVal val="visible"/>
                                      </p:to>
                                    </p:set>
                                  </p:childTnLst>
                                </p:cTn>
                              </p:par>
                              <p:par>
                                <p:cTn id="311" presetID="1" presetClass="exit" presetSubtype="0" fill="hold" nodeType="withEffect">
                                  <p:stCondLst>
                                    <p:cond delay="0"/>
                                  </p:stCondLst>
                                  <p:childTnLst>
                                    <p:set>
                                      <p:cBhvr>
                                        <p:cTn id="312" dur="1" fill="hold">
                                          <p:stCondLst>
                                            <p:cond delay="0"/>
                                          </p:stCondLst>
                                        </p:cTn>
                                        <p:tgtEl>
                                          <p:spTgt spid="78"/>
                                        </p:tgtEl>
                                        <p:attrNameLst>
                                          <p:attrName>style.visibility</p:attrName>
                                        </p:attrNameLst>
                                      </p:cBhvr>
                                      <p:to>
                                        <p:strVal val="hidden"/>
                                      </p:to>
                                    </p:set>
                                  </p:childTnLst>
                                </p:cTn>
                              </p:par>
                            </p:childTnLst>
                          </p:cTn>
                        </p:par>
                      </p:childTnLst>
                    </p:cTn>
                  </p:par>
                  <p:par>
                    <p:cTn id="313" fill="hold">
                      <p:stCondLst>
                        <p:cond delay="indefinite"/>
                      </p:stCondLst>
                      <p:childTnLst>
                        <p:par>
                          <p:cTn id="314" fill="hold">
                            <p:stCondLst>
                              <p:cond delay="0"/>
                            </p:stCondLst>
                            <p:childTnLst>
                              <p:par>
                                <p:cTn id="315" presetID="1" presetClass="entr" presetSubtype="0" fill="hold" nodeType="clickEffect">
                                  <p:stCondLst>
                                    <p:cond delay="0"/>
                                  </p:stCondLst>
                                  <p:childTnLst>
                                    <p:set>
                                      <p:cBhvr>
                                        <p:cTn id="316" dur="1" fill="hold">
                                          <p:stCondLst>
                                            <p:cond delay="0"/>
                                          </p:stCondLst>
                                        </p:cTn>
                                        <p:tgtEl>
                                          <p:spTgt spid="80"/>
                                        </p:tgtEl>
                                        <p:attrNameLst>
                                          <p:attrName>style.visibility</p:attrName>
                                        </p:attrNameLst>
                                      </p:cBhvr>
                                      <p:to>
                                        <p:strVal val="visible"/>
                                      </p:to>
                                    </p:set>
                                  </p:childTnLst>
                                </p:cTn>
                              </p:par>
                              <p:par>
                                <p:cTn id="317" presetID="1" presetClass="exit" presetSubtype="0" fill="hold" nodeType="withEffect">
                                  <p:stCondLst>
                                    <p:cond delay="0"/>
                                  </p:stCondLst>
                                  <p:childTnLst>
                                    <p:set>
                                      <p:cBhvr>
                                        <p:cTn id="318" dur="1" fill="hold">
                                          <p:stCondLst>
                                            <p:cond delay="0"/>
                                          </p:stCondLst>
                                        </p:cTn>
                                        <p:tgtEl>
                                          <p:spTgt spid="79"/>
                                        </p:tgtEl>
                                        <p:attrNameLst>
                                          <p:attrName>style.visibility</p:attrName>
                                        </p:attrNameLst>
                                      </p:cBhvr>
                                      <p:to>
                                        <p:strVal val="hidden"/>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nodeType="clickEffect">
                                  <p:stCondLst>
                                    <p:cond delay="0"/>
                                  </p:stCondLst>
                                  <p:childTnLst>
                                    <p:set>
                                      <p:cBhvr>
                                        <p:cTn id="322" dur="1" fill="hold">
                                          <p:stCondLst>
                                            <p:cond delay="0"/>
                                          </p:stCondLst>
                                        </p:cTn>
                                        <p:tgtEl>
                                          <p:spTgt spid="81"/>
                                        </p:tgtEl>
                                        <p:attrNameLst>
                                          <p:attrName>style.visibility</p:attrName>
                                        </p:attrNameLst>
                                      </p:cBhvr>
                                      <p:to>
                                        <p:strVal val="visible"/>
                                      </p:to>
                                    </p:set>
                                  </p:childTnLst>
                                </p:cTn>
                              </p:par>
                              <p:par>
                                <p:cTn id="323" presetID="1" presetClass="exit" presetSubtype="0" fill="hold" nodeType="withEffect">
                                  <p:stCondLst>
                                    <p:cond delay="0"/>
                                  </p:stCondLst>
                                  <p:childTnLst>
                                    <p:set>
                                      <p:cBhvr>
                                        <p:cTn id="324" dur="1" fill="hold">
                                          <p:stCondLst>
                                            <p:cond delay="0"/>
                                          </p:stCondLst>
                                        </p:cTn>
                                        <p:tgtEl>
                                          <p:spTgt spid="80"/>
                                        </p:tgtEl>
                                        <p:attrNameLst>
                                          <p:attrName>style.visibility</p:attrName>
                                        </p:attrNameLst>
                                      </p:cBhvr>
                                      <p:to>
                                        <p:strVal val="hidden"/>
                                      </p:to>
                                    </p:set>
                                  </p:childTnLst>
                                </p:cTn>
                              </p:par>
                            </p:childTnLst>
                          </p:cTn>
                        </p:par>
                      </p:childTnLst>
                    </p:cTn>
                  </p:par>
                  <p:par>
                    <p:cTn id="325" fill="hold">
                      <p:stCondLst>
                        <p:cond delay="indefinite"/>
                      </p:stCondLst>
                      <p:childTnLst>
                        <p:par>
                          <p:cTn id="326" fill="hold">
                            <p:stCondLst>
                              <p:cond delay="0"/>
                            </p:stCondLst>
                            <p:childTnLst>
                              <p:par>
                                <p:cTn id="327" presetID="1" presetClass="entr" presetSubtype="0" fill="hold" nodeType="clickEffect">
                                  <p:stCondLst>
                                    <p:cond delay="0"/>
                                  </p:stCondLst>
                                  <p:childTnLst>
                                    <p:set>
                                      <p:cBhvr>
                                        <p:cTn id="328" dur="1" fill="hold">
                                          <p:stCondLst>
                                            <p:cond delay="0"/>
                                          </p:stCondLst>
                                        </p:cTn>
                                        <p:tgtEl>
                                          <p:spTgt spid="82"/>
                                        </p:tgtEl>
                                        <p:attrNameLst>
                                          <p:attrName>style.visibility</p:attrName>
                                        </p:attrNameLst>
                                      </p:cBhvr>
                                      <p:to>
                                        <p:strVal val="visible"/>
                                      </p:to>
                                    </p:set>
                                  </p:childTnLst>
                                </p:cTn>
                              </p:par>
                              <p:par>
                                <p:cTn id="329" presetID="1" presetClass="exit" presetSubtype="0" fill="hold" nodeType="withEffect">
                                  <p:stCondLst>
                                    <p:cond delay="0"/>
                                  </p:stCondLst>
                                  <p:childTnLst>
                                    <p:set>
                                      <p:cBhvr>
                                        <p:cTn id="330" dur="1" fill="hold">
                                          <p:stCondLst>
                                            <p:cond delay="0"/>
                                          </p:stCondLst>
                                        </p:cTn>
                                        <p:tgtEl>
                                          <p:spTgt spid="81"/>
                                        </p:tgtEl>
                                        <p:attrNameLst>
                                          <p:attrName>style.visibility</p:attrName>
                                        </p:attrNameLst>
                                      </p:cBhvr>
                                      <p:to>
                                        <p:strVal val="hidden"/>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nodeType="clickEffect">
                                  <p:stCondLst>
                                    <p:cond delay="0"/>
                                  </p:stCondLst>
                                  <p:childTnLst>
                                    <p:set>
                                      <p:cBhvr>
                                        <p:cTn id="334" dur="1" fill="hold">
                                          <p:stCondLst>
                                            <p:cond delay="0"/>
                                          </p:stCondLst>
                                        </p:cTn>
                                        <p:tgtEl>
                                          <p:spTgt spid="83"/>
                                        </p:tgtEl>
                                        <p:attrNameLst>
                                          <p:attrName>style.visibility</p:attrName>
                                        </p:attrNameLst>
                                      </p:cBhvr>
                                      <p:to>
                                        <p:strVal val="visible"/>
                                      </p:to>
                                    </p:set>
                                  </p:childTnLst>
                                </p:cTn>
                              </p:par>
                              <p:par>
                                <p:cTn id="335" presetID="1" presetClass="exit" presetSubtype="0" fill="hold" nodeType="withEffect">
                                  <p:stCondLst>
                                    <p:cond delay="0"/>
                                  </p:stCondLst>
                                  <p:childTnLst>
                                    <p:set>
                                      <p:cBhvr>
                                        <p:cTn id="336" dur="1" fill="hold">
                                          <p:stCondLst>
                                            <p:cond delay="0"/>
                                          </p:stCondLst>
                                        </p:cTn>
                                        <p:tgtEl>
                                          <p:spTgt spid="82"/>
                                        </p:tgtEl>
                                        <p:attrNameLst>
                                          <p:attrName>style.visibility</p:attrName>
                                        </p:attrNameLst>
                                      </p:cBhvr>
                                      <p:to>
                                        <p:strVal val="hidden"/>
                                      </p:to>
                                    </p:set>
                                  </p:childTnLst>
                                </p:cTn>
                              </p:par>
                            </p:childTnLst>
                          </p:cTn>
                        </p:par>
                      </p:childTnLst>
                    </p:cTn>
                  </p:par>
                  <p:par>
                    <p:cTn id="337" fill="hold">
                      <p:stCondLst>
                        <p:cond delay="indefinite"/>
                      </p:stCondLst>
                      <p:childTnLst>
                        <p:par>
                          <p:cTn id="338" fill="hold">
                            <p:stCondLst>
                              <p:cond delay="0"/>
                            </p:stCondLst>
                            <p:childTnLst>
                              <p:par>
                                <p:cTn id="339" presetID="1" presetClass="entr" presetSubtype="0" fill="hold" nodeType="clickEffect">
                                  <p:stCondLst>
                                    <p:cond delay="0"/>
                                  </p:stCondLst>
                                  <p:childTnLst>
                                    <p:set>
                                      <p:cBhvr>
                                        <p:cTn id="340" dur="1" fill="hold">
                                          <p:stCondLst>
                                            <p:cond delay="0"/>
                                          </p:stCondLst>
                                        </p:cTn>
                                        <p:tgtEl>
                                          <p:spTgt spid="84"/>
                                        </p:tgtEl>
                                        <p:attrNameLst>
                                          <p:attrName>style.visibility</p:attrName>
                                        </p:attrNameLst>
                                      </p:cBhvr>
                                      <p:to>
                                        <p:strVal val="visible"/>
                                      </p:to>
                                    </p:set>
                                  </p:childTnLst>
                                </p:cTn>
                              </p:par>
                              <p:par>
                                <p:cTn id="341" presetID="1" presetClass="exit" presetSubtype="0" fill="hold" nodeType="withEffect">
                                  <p:stCondLst>
                                    <p:cond delay="0"/>
                                  </p:stCondLst>
                                  <p:childTnLst>
                                    <p:set>
                                      <p:cBhvr>
                                        <p:cTn id="342" dur="1" fill="hold">
                                          <p:stCondLst>
                                            <p:cond delay="0"/>
                                          </p:stCondLst>
                                        </p:cTn>
                                        <p:tgtEl>
                                          <p:spTgt spid="83"/>
                                        </p:tgtEl>
                                        <p:attrNameLst>
                                          <p:attrName>style.visibility</p:attrName>
                                        </p:attrNameLst>
                                      </p:cBhvr>
                                      <p:to>
                                        <p:strVal val="hidden"/>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nodeType="clickEffect">
                                  <p:stCondLst>
                                    <p:cond delay="0"/>
                                  </p:stCondLst>
                                  <p:childTnLst>
                                    <p:set>
                                      <p:cBhvr>
                                        <p:cTn id="346" dur="1" fill="hold">
                                          <p:stCondLst>
                                            <p:cond delay="0"/>
                                          </p:stCondLst>
                                        </p:cTn>
                                        <p:tgtEl>
                                          <p:spTgt spid="85"/>
                                        </p:tgtEl>
                                        <p:attrNameLst>
                                          <p:attrName>style.visibility</p:attrName>
                                        </p:attrNameLst>
                                      </p:cBhvr>
                                      <p:to>
                                        <p:strVal val="visible"/>
                                      </p:to>
                                    </p:set>
                                  </p:childTnLst>
                                </p:cTn>
                              </p:par>
                              <p:par>
                                <p:cTn id="347" presetID="1" presetClass="exit" presetSubtype="0" fill="hold" nodeType="withEffect">
                                  <p:stCondLst>
                                    <p:cond delay="0"/>
                                  </p:stCondLst>
                                  <p:childTnLst>
                                    <p:set>
                                      <p:cBhvr>
                                        <p:cTn id="348" dur="1" fill="hold">
                                          <p:stCondLst>
                                            <p:cond delay="0"/>
                                          </p:stCondLst>
                                        </p:cTn>
                                        <p:tgtEl>
                                          <p:spTgt spid="84"/>
                                        </p:tgtEl>
                                        <p:attrNameLst>
                                          <p:attrName>style.visibility</p:attrName>
                                        </p:attrNameLst>
                                      </p:cBhvr>
                                      <p:to>
                                        <p:strVal val="hidden"/>
                                      </p:to>
                                    </p:set>
                                  </p:childTnLst>
                                </p:cTn>
                              </p:par>
                            </p:childTnLst>
                          </p:cTn>
                        </p:par>
                      </p:childTnLst>
                    </p:cTn>
                  </p:par>
                  <p:par>
                    <p:cTn id="349" fill="hold">
                      <p:stCondLst>
                        <p:cond delay="indefinite"/>
                      </p:stCondLst>
                      <p:childTnLst>
                        <p:par>
                          <p:cTn id="350" fill="hold">
                            <p:stCondLst>
                              <p:cond delay="0"/>
                            </p:stCondLst>
                            <p:childTnLst>
                              <p:par>
                                <p:cTn id="351" presetID="1" presetClass="emph" presetSubtype="1" nodeType="clickEffect">
                                  <p:stCondLst>
                                    <p:cond delay="0"/>
                                  </p:stCondLst>
                                  <p:childTnLst>
                                    <p:set>
                                      <p:cBhvr>
                                        <p:cTn id="352" dur="indefinite"/>
                                        <p:tgtEl>
                                          <p:spTgt spid="4"/>
                                        </p:tgtEl>
                                        <p:attrNameLst>
                                          <p:attrName>fillcolor</p:attrName>
                                        </p:attrNameLst>
                                      </p:cBhvr>
                                      <p:to>
                                        <p:clrVal>
                                          <a:srgbClr val="FFFF00"/>
                                        </p:clrVal>
                                      </p:to>
                                    </p:set>
                                    <p:set>
                                      <p:cBhvr>
                                        <p:cTn id="353" dur="indefinite"/>
                                        <p:tgtEl>
                                          <p:spTgt spid="4"/>
                                        </p:tgtEl>
                                        <p:attrNameLst>
                                          <p:attrName>fill.type</p:attrName>
                                        </p:attrNameLst>
                                      </p:cBhvr>
                                      <p:to>
                                        <p:strVal val="solid"/>
                                      </p:to>
                                    </p:set>
                                    <p:set>
                                      <p:cBhvr>
                                        <p:cTn id="354" dur="indefinite"/>
                                        <p:tgtEl>
                                          <p:spTgt spid="4"/>
                                        </p:tgtEl>
                                        <p:attrNameLst>
                                          <p:attrName>fill.on</p:attrName>
                                        </p:attrNameLst>
                                      </p:cBhvr>
                                      <p:to>
                                        <p:strVal val="tru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nodeType="clickEffect">
                                  <p:stCondLst>
                                    <p:cond delay="0"/>
                                  </p:stCondLst>
                                  <p:childTnLst>
                                    <p:set>
                                      <p:cBhvr>
                                        <p:cTn id="358" dur="1" fill="hold">
                                          <p:stCondLst>
                                            <p:cond delay="0"/>
                                          </p:stCondLst>
                                        </p:cTn>
                                        <p:tgtEl>
                                          <p:spTgt spid="86"/>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mph" presetSubtype="1" nodeType="clickEffect">
                                  <p:stCondLst>
                                    <p:cond delay="0"/>
                                  </p:stCondLst>
                                  <p:childTnLst>
                                    <p:set>
                                      <p:cBhvr>
                                        <p:cTn id="362" dur="indefinite"/>
                                        <p:tgtEl>
                                          <p:spTgt spid="6"/>
                                        </p:tgtEl>
                                        <p:attrNameLst>
                                          <p:attrName>fillcolor</p:attrName>
                                        </p:attrNameLst>
                                      </p:cBhvr>
                                      <p:to>
                                        <p:clrVal>
                                          <a:srgbClr val="FFFFFF"/>
                                        </p:clrVal>
                                      </p:to>
                                    </p:set>
                                    <p:set>
                                      <p:cBhvr>
                                        <p:cTn id="363" dur="indefinite"/>
                                        <p:tgtEl>
                                          <p:spTgt spid="6"/>
                                        </p:tgtEl>
                                        <p:attrNameLst>
                                          <p:attrName>fill.type</p:attrName>
                                        </p:attrNameLst>
                                      </p:cBhvr>
                                      <p:to>
                                        <p:strVal val="solid"/>
                                      </p:to>
                                    </p:set>
                                    <p:set>
                                      <p:cBhvr>
                                        <p:cTn id="364" dur="indefinite"/>
                                        <p:tgtEl>
                                          <p:spTgt spid="6"/>
                                        </p:tgtEl>
                                        <p:attrNameLst>
                                          <p:attrName>fill.on</p:attrName>
                                        </p:attrNameLst>
                                      </p:cBhvr>
                                      <p:to>
                                        <p:strVal val="true"/>
                                      </p:to>
                                    </p:set>
                                  </p:childTnLst>
                                </p:cTn>
                              </p:par>
                              <p:par>
                                <p:cTn id="365" presetID="1" presetClass="emph" presetSubtype="1" nodeType="withEffect">
                                  <p:stCondLst>
                                    <p:cond delay="0"/>
                                  </p:stCondLst>
                                  <p:childTnLst>
                                    <p:set>
                                      <p:cBhvr>
                                        <p:cTn id="366" dur="indefinite"/>
                                        <p:tgtEl>
                                          <p:spTgt spid="4"/>
                                        </p:tgtEl>
                                        <p:attrNameLst>
                                          <p:attrName>fillcolor</p:attrName>
                                        </p:attrNameLst>
                                      </p:cBhvr>
                                      <p:to>
                                        <p:clrVal>
                                          <a:srgbClr val="00B0F0"/>
                                        </p:clrVal>
                                      </p:to>
                                    </p:set>
                                    <p:set>
                                      <p:cBhvr>
                                        <p:cTn id="367" dur="indefinite"/>
                                        <p:tgtEl>
                                          <p:spTgt spid="4"/>
                                        </p:tgtEl>
                                        <p:attrNameLst>
                                          <p:attrName>fill.type</p:attrName>
                                        </p:attrNameLst>
                                      </p:cBhvr>
                                      <p:to>
                                        <p:strVal val="solid"/>
                                      </p:to>
                                    </p:set>
                                    <p:set>
                                      <p:cBhvr>
                                        <p:cTn id="368" dur="indefinite"/>
                                        <p:tgtEl>
                                          <p:spTgt spid="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B740DCD-6852-050A-68A8-E7E3237FE3AA}"/>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EFF37675-60D9-9D80-B149-30A55A2D5E60}"/>
              </a:ext>
            </a:extLst>
          </p:cNvPr>
          <p:cNvSpPr>
            <a:spLocks noGrp="1"/>
          </p:cNvSpPr>
          <p:nvPr>
            <p:ph type="body" sz="quarter" idx="12"/>
          </p:nvPr>
        </p:nvSpPr>
        <p:spPr/>
        <p:txBody>
          <a:bodyPr/>
          <a:lstStyle/>
          <a:p>
            <a:endParaRPr lang="en-US"/>
          </a:p>
        </p:txBody>
      </p:sp>
      <p:sp>
        <p:nvSpPr>
          <p:cNvPr id="4" name="TextBox 3">
            <a:extLst>
              <a:ext uri="{FF2B5EF4-FFF2-40B4-BE49-F238E27FC236}">
                <a16:creationId xmlns:a16="http://schemas.microsoft.com/office/drawing/2014/main" id="{F8685B69-6D03-E744-8F77-BF26F092AB49}"/>
              </a:ext>
            </a:extLst>
          </p:cNvPr>
          <p:cNvSpPr txBox="1"/>
          <p:nvPr/>
        </p:nvSpPr>
        <p:spPr>
          <a:xfrm>
            <a:off x="4600095" y="1241517"/>
            <a:ext cx="4543907" cy="5181660"/>
          </a:xfrm>
          <a:prstGeom prst="rect">
            <a:avLst/>
          </a:prstGeom>
        </p:spPr>
        <p:txBody>
          <a:bodyPr vert="horz" lIns="91440" tIns="45720" rIns="91440" bIns="45720" rtlCol="0">
            <a:normAutofit/>
          </a:bodyPr>
          <a:lstStyle/>
          <a:p>
            <a:pPr marL="0" marR="0" algn="just" defTabSz="514350">
              <a:spcBef>
                <a:spcPts val="600"/>
              </a:spcBef>
              <a:spcAft>
                <a:spcPts val="800"/>
              </a:spcAft>
              <a:buSzPct val="90000"/>
              <a:buFont typeface="Wingdings" pitchFamily="2" charset="2"/>
              <a:buChar char=""/>
            </a:pPr>
            <a:r>
              <a:rPr lang="en-US" sz="2400">
                <a:solidFill>
                  <a:schemeClr val="tx1">
                    <a:lumMod val="85000"/>
                    <a:lumOff val="15000"/>
                  </a:schemeClr>
                </a:solidFill>
                <a:effectLst/>
              </a:rPr>
              <a:t> In </a:t>
            </a:r>
            <a:r>
              <a:rPr lang="en-US" sz="2400" dirty="0">
                <a:solidFill>
                  <a:schemeClr val="tx1">
                    <a:lumMod val="85000"/>
                    <a:lumOff val="15000"/>
                  </a:schemeClr>
                </a:solidFill>
                <a:effectLst/>
              </a:rPr>
              <a:t>the Transition Function, ‘0’ is the start state, ‘Accept’ is the accept state and ‘Reject’ is the reject state. Trace the execution of this Turing machine with the string </a:t>
            </a:r>
            <a:r>
              <a:rPr lang="en-US" sz="2400" b="1" dirty="0" err="1">
                <a:solidFill>
                  <a:schemeClr val="tx1">
                    <a:lumMod val="85000"/>
                    <a:lumOff val="15000"/>
                  </a:schemeClr>
                </a:solidFill>
                <a:effectLst/>
              </a:rPr>
              <a:t>baaaab</a:t>
            </a:r>
            <a:r>
              <a:rPr lang="en-US" sz="2400" b="1" dirty="0">
                <a:solidFill>
                  <a:schemeClr val="tx1">
                    <a:lumMod val="85000"/>
                    <a:lumOff val="15000"/>
                  </a:schemeClr>
                </a:solidFill>
                <a:effectLst/>
              </a:rPr>
              <a:t>#</a:t>
            </a:r>
            <a:r>
              <a:rPr lang="en-US" sz="2400" dirty="0">
                <a:solidFill>
                  <a:schemeClr val="tx1">
                    <a:lumMod val="85000"/>
                    <a:lumOff val="15000"/>
                  </a:schemeClr>
                </a:solidFill>
                <a:effectLst/>
              </a:rPr>
              <a:t> as input.  Note that ‘</a:t>
            </a:r>
            <a:r>
              <a:rPr lang="en-US" sz="2400" b="1" dirty="0">
                <a:solidFill>
                  <a:schemeClr val="tx1">
                    <a:lumMod val="85000"/>
                    <a:lumOff val="15000"/>
                  </a:schemeClr>
                </a:solidFill>
                <a:effectLst/>
              </a:rPr>
              <a:t>#</a:t>
            </a:r>
            <a:r>
              <a:rPr lang="en-US" sz="2400" dirty="0">
                <a:solidFill>
                  <a:schemeClr val="tx1">
                    <a:lumMod val="85000"/>
                    <a:lumOff val="15000"/>
                  </a:schemeClr>
                </a:solidFill>
                <a:effectLst/>
              </a:rPr>
              <a:t>’ represents the blank symbol.</a:t>
            </a:r>
          </a:p>
        </p:txBody>
      </p:sp>
      <p:graphicFrame>
        <p:nvGraphicFramePr>
          <p:cNvPr id="5" name="Table 4">
            <a:extLst>
              <a:ext uri="{FF2B5EF4-FFF2-40B4-BE49-F238E27FC236}">
                <a16:creationId xmlns:a16="http://schemas.microsoft.com/office/drawing/2014/main" id="{E95FDA93-17ED-9B61-0BF4-B3E654B9C888}"/>
              </a:ext>
            </a:extLst>
          </p:cNvPr>
          <p:cNvGraphicFramePr>
            <a:graphicFrameLocks noGrp="1"/>
          </p:cNvGraphicFramePr>
          <p:nvPr>
            <p:extLst>
              <p:ext uri="{D42A27DB-BD31-4B8C-83A1-F6EECF244321}">
                <p14:modId xmlns:p14="http://schemas.microsoft.com/office/powerpoint/2010/main" val="4103956561"/>
              </p:ext>
            </p:extLst>
          </p:nvPr>
        </p:nvGraphicFramePr>
        <p:xfrm>
          <a:off x="369277" y="1284249"/>
          <a:ext cx="4116940" cy="5096199"/>
        </p:xfrm>
        <a:graphic>
          <a:graphicData uri="http://schemas.openxmlformats.org/drawingml/2006/table">
            <a:tbl>
              <a:tblPr firstRow="1" bandRow="1">
                <a:tableStyleId>{5C22544A-7EE6-4342-B048-85BDC9FD1C3A}</a:tableStyleId>
              </a:tblPr>
              <a:tblGrid>
                <a:gridCol w="657164">
                  <a:extLst>
                    <a:ext uri="{9D8B030D-6E8A-4147-A177-3AD203B41FA5}">
                      <a16:colId xmlns:a16="http://schemas.microsoft.com/office/drawing/2014/main" val="961592161"/>
                    </a:ext>
                  </a:extLst>
                </a:gridCol>
                <a:gridCol w="1254110">
                  <a:extLst>
                    <a:ext uri="{9D8B030D-6E8A-4147-A177-3AD203B41FA5}">
                      <a16:colId xmlns:a16="http://schemas.microsoft.com/office/drawing/2014/main" val="1180942407"/>
                    </a:ext>
                  </a:extLst>
                </a:gridCol>
                <a:gridCol w="2205666">
                  <a:extLst>
                    <a:ext uri="{9D8B030D-6E8A-4147-A177-3AD203B41FA5}">
                      <a16:colId xmlns:a16="http://schemas.microsoft.com/office/drawing/2014/main" val="3903344726"/>
                    </a:ext>
                  </a:extLst>
                </a:gridCol>
              </a:tblGrid>
              <a:tr h="268221">
                <a:tc>
                  <a:txBody>
                    <a:bodyPr/>
                    <a:lstStyle/>
                    <a:p>
                      <a:pPr marL="0" marR="0" algn="l">
                        <a:lnSpc>
                          <a:spcPct val="107000"/>
                        </a:lnSpc>
                        <a:spcBef>
                          <a:spcPts val="300"/>
                        </a:spcBef>
                        <a:spcAft>
                          <a:spcPts val="300"/>
                        </a:spcAft>
                        <a:tabLst>
                          <a:tab pos="228600" algn="l"/>
                          <a:tab pos="914400" algn="l"/>
                          <a:tab pos="4800600" algn="l"/>
                        </a:tabLst>
                      </a:pPr>
                      <a:r>
                        <a:rPr lang="en-US" sz="1500">
                          <a:effectLst/>
                        </a:rPr>
                        <a:t>State</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Symbol</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sym typeface="Symbol" panose="05050102010706020507" pitchFamily="18" charset="2"/>
                        </a:rPr>
                        <a:t></a:t>
                      </a:r>
                      <a:r>
                        <a:rPr lang="en-US" sz="1500">
                          <a:effectLst/>
                        </a:rPr>
                        <a:t>(State, Symbol)</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1931287066"/>
                  </a:ext>
                </a:extLst>
              </a:tr>
              <a:tr h="268221">
                <a:tc>
                  <a:txBody>
                    <a:bodyPr/>
                    <a:lstStyle/>
                    <a:p>
                      <a:pPr marL="0" marR="0" algn="l">
                        <a:lnSpc>
                          <a:spcPct val="107000"/>
                        </a:lnSpc>
                        <a:spcBef>
                          <a:spcPts val="300"/>
                        </a:spcBef>
                        <a:spcAft>
                          <a:spcPts val="300"/>
                        </a:spcAft>
                        <a:tabLst>
                          <a:tab pos="228600" algn="l"/>
                          <a:tab pos="914400" algn="l"/>
                          <a:tab pos="4800600" algn="l"/>
                        </a:tabLst>
                      </a:pPr>
                      <a:r>
                        <a:rPr lang="en-US" sz="1500">
                          <a:effectLst/>
                        </a:rPr>
                        <a:t>0</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(1, #, 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2317615882"/>
                  </a:ext>
                </a:extLst>
              </a:tr>
              <a:tr h="268221">
                <a:tc>
                  <a:txBody>
                    <a:bodyPr/>
                    <a:lstStyle/>
                    <a:p>
                      <a:pPr marL="0" marR="0" algn="l">
                        <a:lnSpc>
                          <a:spcPct val="107000"/>
                        </a:lnSpc>
                        <a:spcBef>
                          <a:spcPts val="300"/>
                        </a:spcBef>
                        <a:spcAft>
                          <a:spcPts val="300"/>
                        </a:spcAft>
                        <a:tabLst>
                          <a:tab pos="228600" algn="l"/>
                          <a:tab pos="914400" algn="l"/>
                          <a:tab pos="4800600" algn="l"/>
                        </a:tabLst>
                      </a:pPr>
                      <a:r>
                        <a:rPr lang="en-US" sz="1500">
                          <a:effectLst/>
                        </a:rPr>
                        <a:t>0</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b</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(4, #, 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2690933882"/>
                  </a:ext>
                </a:extLst>
              </a:tr>
              <a:tr h="268221">
                <a:tc>
                  <a:txBody>
                    <a:bodyPr/>
                    <a:lstStyle/>
                    <a:p>
                      <a:pPr marL="0" marR="0" algn="l">
                        <a:lnSpc>
                          <a:spcPct val="107000"/>
                        </a:lnSpc>
                        <a:spcBef>
                          <a:spcPts val="300"/>
                        </a:spcBef>
                        <a:spcAft>
                          <a:spcPts val="300"/>
                        </a:spcAft>
                        <a:tabLst>
                          <a:tab pos="228600" algn="l"/>
                          <a:tab pos="914400" algn="l"/>
                          <a:tab pos="4800600" algn="l"/>
                        </a:tabLst>
                      </a:pPr>
                      <a:r>
                        <a:rPr lang="en-US" sz="1500">
                          <a:effectLst/>
                        </a:rPr>
                        <a:t>0</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(Accept, #, 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1784386011"/>
                  </a:ext>
                </a:extLst>
              </a:tr>
              <a:tr h="268221">
                <a:tc>
                  <a:txBody>
                    <a:bodyPr/>
                    <a:lstStyle/>
                    <a:p>
                      <a:pPr marL="0" marR="0" algn="l">
                        <a:lnSpc>
                          <a:spcPct val="107000"/>
                        </a:lnSpc>
                        <a:spcBef>
                          <a:spcPts val="300"/>
                        </a:spcBef>
                        <a:spcAft>
                          <a:spcPts val="300"/>
                        </a:spcAft>
                        <a:tabLst>
                          <a:tab pos="228600" algn="l"/>
                          <a:tab pos="914400" algn="l"/>
                          <a:tab pos="4800600" algn="l"/>
                        </a:tabLst>
                      </a:pPr>
                      <a:r>
                        <a:rPr lang="en-US" sz="1500">
                          <a:effectLst/>
                        </a:rPr>
                        <a:t>1</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(1, a, 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891796597"/>
                  </a:ext>
                </a:extLst>
              </a:tr>
              <a:tr h="268221">
                <a:tc>
                  <a:txBody>
                    <a:bodyPr/>
                    <a:lstStyle/>
                    <a:p>
                      <a:pPr marL="0" marR="0" algn="l">
                        <a:lnSpc>
                          <a:spcPct val="107000"/>
                        </a:lnSpc>
                        <a:spcBef>
                          <a:spcPts val="300"/>
                        </a:spcBef>
                        <a:spcAft>
                          <a:spcPts val="300"/>
                        </a:spcAft>
                        <a:tabLst>
                          <a:tab pos="228600" algn="l"/>
                          <a:tab pos="914400" algn="l"/>
                          <a:tab pos="4800600" algn="l"/>
                        </a:tabLst>
                      </a:pPr>
                      <a:r>
                        <a:rPr lang="en-US" sz="1500">
                          <a:effectLst/>
                        </a:rPr>
                        <a:t>1</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b</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(1, b, 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1569759650"/>
                  </a:ext>
                </a:extLst>
              </a:tr>
              <a:tr h="268221">
                <a:tc>
                  <a:txBody>
                    <a:bodyPr/>
                    <a:lstStyle/>
                    <a:p>
                      <a:pPr marL="0" marR="0" algn="l">
                        <a:lnSpc>
                          <a:spcPct val="107000"/>
                        </a:lnSpc>
                        <a:spcBef>
                          <a:spcPts val="300"/>
                        </a:spcBef>
                        <a:spcAft>
                          <a:spcPts val="300"/>
                        </a:spcAft>
                        <a:tabLst>
                          <a:tab pos="228600" algn="l"/>
                          <a:tab pos="914400" algn="l"/>
                          <a:tab pos="4800600" algn="l"/>
                        </a:tabLst>
                      </a:pPr>
                      <a:r>
                        <a:rPr lang="en-US" sz="1500">
                          <a:effectLst/>
                        </a:rPr>
                        <a:t>1</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(2, #, L)</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257636712"/>
                  </a:ext>
                </a:extLst>
              </a:tr>
              <a:tr h="268221">
                <a:tc>
                  <a:txBody>
                    <a:bodyPr/>
                    <a:lstStyle/>
                    <a:p>
                      <a:pPr marL="0" marR="0" algn="l">
                        <a:lnSpc>
                          <a:spcPct val="107000"/>
                        </a:lnSpc>
                        <a:spcBef>
                          <a:spcPts val="300"/>
                        </a:spcBef>
                        <a:spcAft>
                          <a:spcPts val="300"/>
                        </a:spcAft>
                        <a:tabLst>
                          <a:tab pos="228600" algn="l"/>
                          <a:tab pos="914400" algn="l"/>
                          <a:tab pos="4800600" algn="l"/>
                        </a:tabLst>
                      </a:pPr>
                      <a:r>
                        <a:rPr lang="en-US" sz="1500">
                          <a:effectLst/>
                        </a:rPr>
                        <a:t>2</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(3, #, L)</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1449038148"/>
                  </a:ext>
                </a:extLst>
              </a:tr>
              <a:tr h="268221">
                <a:tc>
                  <a:txBody>
                    <a:bodyPr/>
                    <a:lstStyle/>
                    <a:p>
                      <a:pPr marL="0" marR="0" algn="l">
                        <a:lnSpc>
                          <a:spcPct val="107000"/>
                        </a:lnSpc>
                        <a:spcBef>
                          <a:spcPts val="300"/>
                        </a:spcBef>
                        <a:spcAft>
                          <a:spcPts val="300"/>
                        </a:spcAft>
                        <a:tabLst>
                          <a:tab pos="228600" algn="l"/>
                          <a:tab pos="914400" algn="l"/>
                          <a:tab pos="4800600" algn="l"/>
                        </a:tabLst>
                      </a:pPr>
                      <a:r>
                        <a:rPr lang="en-US" sz="1500">
                          <a:effectLst/>
                        </a:rPr>
                        <a:t>2</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b</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(Reject, #, 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1424291043"/>
                  </a:ext>
                </a:extLst>
              </a:tr>
              <a:tr h="268221">
                <a:tc>
                  <a:txBody>
                    <a:bodyPr/>
                    <a:lstStyle/>
                    <a:p>
                      <a:pPr marL="0" marR="0" algn="l">
                        <a:lnSpc>
                          <a:spcPct val="107000"/>
                        </a:lnSpc>
                        <a:spcBef>
                          <a:spcPts val="300"/>
                        </a:spcBef>
                        <a:spcAft>
                          <a:spcPts val="300"/>
                        </a:spcAft>
                        <a:tabLst>
                          <a:tab pos="228600" algn="l"/>
                          <a:tab pos="914400" algn="l"/>
                          <a:tab pos="4800600" algn="l"/>
                        </a:tabLst>
                      </a:pPr>
                      <a:r>
                        <a:rPr lang="en-US" sz="1500">
                          <a:effectLst/>
                        </a:rPr>
                        <a:t>2</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(Accept, #, 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3352981256"/>
                  </a:ext>
                </a:extLst>
              </a:tr>
              <a:tr h="268221">
                <a:tc>
                  <a:txBody>
                    <a:bodyPr/>
                    <a:lstStyle/>
                    <a:p>
                      <a:pPr marL="0" marR="0" algn="l">
                        <a:lnSpc>
                          <a:spcPct val="107000"/>
                        </a:lnSpc>
                        <a:spcBef>
                          <a:spcPts val="300"/>
                        </a:spcBef>
                        <a:spcAft>
                          <a:spcPts val="300"/>
                        </a:spcAft>
                        <a:tabLst>
                          <a:tab pos="228600" algn="l"/>
                          <a:tab pos="914400" algn="l"/>
                          <a:tab pos="4800600" algn="l"/>
                        </a:tabLst>
                      </a:pPr>
                      <a:r>
                        <a:rPr lang="en-US" sz="1500">
                          <a:effectLst/>
                        </a:rPr>
                        <a:t>3</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(3, a, L)</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3069202822"/>
                  </a:ext>
                </a:extLst>
              </a:tr>
              <a:tr h="268221">
                <a:tc>
                  <a:txBody>
                    <a:bodyPr/>
                    <a:lstStyle/>
                    <a:p>
                      <a:pPr marL="0" marR="0" algn="l">
                        <a:lnSpc>
                          <a:spcPct val="107000"/>
                        </a:lnSpc>
                        <a:spcBef>
                          <a:spcPts val="300"/>
                        </a:spcBef>
                        <a:spcAft>
                          <a:spcPts val="300"/>
                        </a:spcAft>
                        <a:tabLst>
                          <a:tab pos="228600" algn="l"/>
                          <a:tab pos="914400" algn="l"/>
                          <a:tab pos="4800600" algn="l"/>
                        </a:tabLst>
                      </a:pPr>
                      <a:r>
                        <a:rPr lang="en-US" sz="1500">
                          <a:effectLst/>
                        </a:rPr>
                        <a:t>3</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b</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(3, b, L)</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2890773070"/>
                  </a:ext>
                </a:extLst>
              </a:tr>
              <a:tr h="268221">
                <a:tc>
                  <a:txBody>
                    <a:bodyPr/>
                    <a:lstStyle/>
                    <a:p>
                      <a:pPr marL="0" marR="0" algn="l">
                        <a:lnSpc>
                          <a:spcPct val="107000"/>
                        </a:lnSpc>
                        <a:spcBef>
                          <a:spcPts val="300"/>
                        </a:spcBef>
                        <a:spcAft>
                          <a:spcPts val="300"/>
                        </a:spcAft>
                        <a:tabLst>
                          <a:tab pos="228600" algn="l"/>
                          <a:tab pos="914400" algn="l"/>
                          <a:tab pos="4800600" algn="l"/>
                        </a:tabLst>
                      </a:pPr>
                      <a:r>
                        <a:rPr lang="en-US" sz="1500">
                          <a:effectLst/>
                        </a:rPr>
                        <a:t>3</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(0, #, 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3820982292"/>
                  </a:ext>
                </a:extLst>
              </a:tr>
              <a:tr h="268221">
                <a:tc>
                  <a:txBody>
                    <a:bodyPr/>
                    <a:lstStyle/>
                    <a:p>
                      <a:pPr marL="0" marR="0" algn="l">
                        <a:lnSpc>
                          <a:spcPct val="107000"/>
                        </a:lnSpc>
                        <a:spcBef>
                          <a:spcPts val="300"/>
                        </a:spcBef>
                        <a:spcAft>
                          <a:spcPts val="300"/>
                        </a:spcAft>
                        <a:tabLst>
                          <a:tab pos="228600" algn="l"/>
                          <a:tab pos="914400" algn="l"/>
                          <a:tab pos="4800600" algn="l"/>
                        </a:tabLst>
                      </a:pPr>
                      <a:r>
                        <a:rPr lang="en-GB" sz="1500">
                          <a:effectLst/>
                        </a:rPr>
                        <a:t>4</a:t>
                      </a:r>
                      <a:endParaRPr lang="en-US" sz="15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(4, a, 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3192613321"/>
                  </a:ext>
                </a:extLst>
              </a:tr>
              <a:tr h="268221">
                <a:tc>
                  <a:txBody>
                    <a:bodyPr/>
                    <a:lstStyle/>
                    <a:p>
                      <a:pPr marL="0" marR="0" algn="l">
                        <a:lnSpc>
                          <a:spcPct val="107000"/>
                        </a:lnSpc>
                        <a:spcBef>
                          <a:spcPts val="300"/>
                        </a:spcBef>
                        <a:spcAft>
                          <a:spcPts val="300"/>
                        </a:spcAft>
                        <a:tabLst>
                          <a:tab pos="228600" algn="l"/>
                          <a:tab pos="914400" algn="l"/>
                          <a:tab pos="4800600" algn="l"/>
                        </a:tabLst>
                      </a:pPr>
                      <a:r>
                        <a:rPr lang="en-US" sz="1500">
                          <a:effectLst/>
                        </a:rPr>
                        <a:t>4</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b</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(4, b, 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135107334"/>
                  </a:ext>
                </a:extLst>
              </a:tr>
              <a:tr h="268221">
                <a:tc>
                  <a:txBody>
                    <a:bodyPr/>
                    <a:lstStyle/>
                    <a:p>
                      <a:pPr marL="0" marR="0" algn="l">
                        <a:lnSpc>
                          <a:spcPct val="107000"/>
                        </a:lnSpc>
                        <a:spcBef>
                          <a:spcPts val="300"/>
                        </a:spcBef>
                        <a:spcAft>
                          <a:spcPts val="300"/>
                        </a:spcAft>
                        <a:tabLst>
                          <a:tab pos="228600" algn="l"/>
                          <a:tab pos="914400" algn="l"/>
                          <a:tab pos="4800600" algn="l"/>
                        </a:tabLst>
                      </a:pPr>
                      <a:r>
                        <a:rPr lang="en-US" sz="1500">
                          <a:effectLst/>
                        </a:rPr>
                        <a:t>4</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(5, #, L)</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1218734748"/>
                  </a:ext>
                </a:extLst>
              </a:tr>
              <a:tr h="268221">
                <a:tc>
                  <a:txBody>
                    <a:bodyPr/>
                    <a:lstStyle/>
                    <a:p>
                      <a:pPr marL="0" marR="0" algn="l">
                        <a:lnSpc>
                          <a:spcPct val="107000"/>
                        </a:lnSpc>
                        <a:spcBef>
                          <a:spcPts val="300"/>
                        </a:spcBef>
                        <a:spcAft>
                          <a:spcPts val="300"/>
                        </a:spcAft>
                        <a:tabLst>
                          <a:tab pos="228600" algn="l"/>
                          <a:tab pos="914400" algn="l"/>
                          <a:tab pos="4800600" algn="l"/>
                        </a:tabLst>
                      </a:pPr>
                      <a:r>
                        <a:rPr lang="en-US" sz="1500">
                          <a:effectLst/>
                        </a:rPr>
                        <a:t>5</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(Reject, #, 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2491355929"/>
                  </a:ext>
                </a:extLst>
              </a:tr>
              <a:tr h="268221">
                <a:tc>
                  <a:txBody>
                    <a:bodyPr/>
                    <a:lstStyle/>
                    <a:p>
                      <a:pPr marL="0" marR="0" algn="l">
                        <a:lnSpc>
                          <a:spcPct val="107000"/>
                        </a:lnSpc>
                        <a:spcBef>
                          <a:spcPts val="300"/>
                        </a:spcBef>
                        <a:spcAft>
                          <a:spcPts val="300"/>
                        </a:spcAft>
                        <a:tabLst>
                          <a:tab pos="228600" algn="l"/>
                          <a:tab pos="914400" algn="l"/>
                          <a:tab pos="4800600" algn="l"/>
                        </a:tabLst>
                      </a:pPr>
                      <a:r>
                        <a:rPr lang="en-US" sz="1500">
                          <a:effectLst/>
                        </a:rPr>
                        <a:t>5</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b</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(3, #, L)</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1249794213"/>
                  </a:ext>
                </a:extLst>
              </a:tr>
              <a:tr h="268221">
                <a:tc>
                  <a:txBody>
                    <a:bodyPr/>
                    <a:lstStyle/>
                    <a:p>
                      <a:pPr marL="0" marR="0" algn="l">
                        <a:lnSpc>
                          <a:spcPct val="107000"/>
                        </a:lnSpc>
                        <a:spcBef>
                          <a:spcPts val="300"/>
                        </a:spcBef>
                        <a:spcAft>
                          <a:spcPts val="300"/>
                        </a:spcAft>
                        <a:tabLst>
                          <a:tab pos="228600" algn="l"/>
                          <a:tab pos="914400" algn="l"/>
                          <a:tab pos="4800600" algn="l"/>
                        </a:tabLst>
                      </a:pPr>
                      <a:r>
                        <a:rPr lang="en-US" sz="1500">
                          <a:effectLst/>
                        </a:rPr>
                        <a:t>5</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a:effectLst/>
                        </a:rPr>
                        <a:t>#</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tc>
                  <a:txBody>
                    <a:bodyPr/>
                    <a:lstStyle/>
                    <a:p>
                      <a:pPr marL="0" marR="0" algn="l">
                        <a:lnSpc>
                          <a:spcPct val="107000"/>
                        </a:lnSpc>
                        <a:spcBef>
                          <a:spcPts val="300"/>
                        </a:spcBef>
                        <a:spcAft>
                          <a:spcPts val="300"/>
                        </a:spcAft>
                        <a:tabLst>
                          <a:tab pos="228600" algn="l"/>
                          <a:tab pos="914400" algn="l"/>
                          <a:tab pos="4800600" algn="l"/>
                        </a:tabLst>
                      </a:pPr>
                      <a:r>
                        <a:rPr lang="en-US" sz="1500" dirty="0">
                          <a:effectLst/>
                        </a:rPr>
                        <a:t>(Accept, #, R)</a:t>
                      </a: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72601" marR="72601" marT="0" marB="0"/>
                </a:tc>
                <a:extLst>
                  <a:ext uri="{0D108BD9-81ED-4DB2-BD59-A6C34878D82A}">
                    <a16:rowId xmlns:a16="http://schemas.microsoft.com/office/drawing/2014/main" val="2290647064"/>
                  </a:ext>
                </a:extLst>
              </a:tr>
            </a:tbl>
          </a:graphicData>
        </a:graphic>
      </p:graphicFrame>
    </p:spTree>
    <p:extLst>
      <p:ext uri="{BB962C8B-B14F-4D97-AF65-F5344CB8AC3E}">
        <p14:creationId xmlns:p14="http://schemas.microsoft.com/office/powerpoint/2010/main" val="1748992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r>
              <a:rPr lang="en-US" dirty="0"/>
              <a:t>Computability Theory</a:t>
            </a:r>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normAutofit/>
          </a:bodyPr>
          <a:lstStyle/>
          <a:p>
            <a:pPr>
              <a:buClrTx/>
            </a:pPr>
            <a:r>
              <a:rPr lang="en-US" sz="2800" dirty="0"/>
              <a:t>Introduction to Theory of Computation, </a:t>
            </a:r>
            <a:r>
              <a:rPr lang="en-US" sz="2800" dirty="0" err="1"/>
              <a:t>Sipser</a:t>
            </a:r>
            <a:r>
              <a:rPr lang="en-US" sz="2800" dirty="0"/>
              <a:t>, (3</a:t>
            </a:r>
            <a:r>
              <a:rPr lang="en-US" sz="2800" baseline="30000" dirty="0"/>
              <a:t>rd</a:t>
            </a:r>
            <a:r>
              <a:rPr lang="en-US" sz="2800" dirty="0"/>
              <a:t> ed), </a:t>
            </a:r>
            <a:br>
              <a:rPr lang="en-US" sz="2800" dirty="0"/>
            </a:br>
            <a:r>
              <a:rPr lang="en-US" sz="2800" dirty="0">
                <a:hlinkClick r:id="rId2" action="ppaction://hlinkfile"/>
              </a:rPr>
              <a:t>Exercises</a:t>
            </a:r>
            <a:r>
              <a:rPr lang="en-US" sz="2800" dirty="0"/>
              <a:t>.</a:t>
            </a:r>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1A9FB66A-03BF-4AB2-AE4B-66C48E3E2553}" vid="{BC4A119D-737E-439F-A907-37C9B86E56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026DE6A-961E-49AD-9850-54C908C4E0C8}">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D7616706-CDD1-4076-ADF4-25C88EB203B2}">
  <ds:schemaRefs>
    <ds:schemaRef ds:uri="http://schemas.microsoft.com/sharepoint/v3/contenttype/forms"/>
  </ds:schemaRefs>
</ds:datastoreItem>
</file>

<file path=customXml/itemProps3.xml><?xml version="1.0" encoding="utf-8"?>
<ds:datastoreItem xmlns:ds="http://schemas.openxmlformats.org/officeDocument/2006/customXml" ds:itemID="{0F41CEA1-F0A0-4F35-9385-7314C3BA37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AIUB 2020</Template>
  <TotalTime>3003</TotalTime>
  <Words>1539</Words>
  <Application>Microsoft Office PowerPoint</Application>
  <PresentationFormat>On-screen Show (4:3)</PresentationFormat>
  <Paragraphs>799</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 Black</vt:lpstr>
      <vt:lpstr>Arial Narrow</vt:lpstr>
      <vt:lpstr>Calibri</vt:lpstr>
      <vt:lpstr>Cambria Math</vt:lpstr>
      <vt:lpstr>Corbel</vt:lpstr>
      <vt:lpstr>Symbol</vt:lpstr>
      <vt:lpstr>Times New Roman</vt:lpstr>
      <vt:lpstr>Wingdings</vt:lpstr>
      <vt:lpstr>AIUB 2020</vt:lpstr>
      <vt:lpstr>Computability Theory Turing Machine</vt:lpstr>
      <vt:lpstr>PowerPoint Presentation</vt:lpstr>
      <vt:lpstr>PowerPoint Presentation</vt:lpstr>
      <vt:lpstr>PowerPoint Presentation</vt:lpstr>
      <vt:lpstr>Configuration of a Turing Machine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Prof. Dr. Afroza Nahar</cp:lastModifiedBy>
  <cp:revision>513</cp:revision>
  <dcterms:created xsi:type="dcterms:W3CDTF">2020-07-03T15:11:23Z</dcterms:created>
  <dcterms:modified xsi:type="dcterms:W3CDTF">2025-05-21T05:03:44Z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